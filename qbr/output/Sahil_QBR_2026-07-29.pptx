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6949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Sahil Patni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PIPELINE SNAPSHOT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11.82M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distinct 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99632"/>
            <a:ext cx="6858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Prepared from Sahil Report.xlsx  •  Source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Executive snapshot: value exists; conversion discipline is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PEAK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11.82M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14 opportunities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2.51M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ADDED IN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6.70M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8 new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DWIN-DATED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5.30M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5 opportunities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3.60M sits at Identify / 0% probability; qualification is the first value unlock.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Outdu AI is 4.12M (35% of portfolio) but remains Define with a 21 Oct 2026 DWIN date.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Q4 2026 DWIN-dated pipeline is 5.04M, yet weighted value is only 1.26M.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Source contains direct opportunities only; no distributor-owned pipeline is present.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four Q4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Peak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11.82M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2.51M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2026-created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8 / 6.70M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 DWIN-dated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5 / 5.30M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58% of value remains at 0–25% probability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3058236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8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6.84M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1.70M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764559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407764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Top 3 = 68% of peak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2 Identify opportunities = 0 weighted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Priority: qualify → define → evidence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DWIN-dated pipeline: convert five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541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Aerospace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Weather Monitoring Radar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Identify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Nov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3.00M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use case, sponsor, budget and 0→25% gate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CPU Interface Card_PQC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Identify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29 Dec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use case, sponsor, budget and 0→25% gate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Ranks 1–3 contribute 67.9% of total peak value; weekly executive inspection is warranted.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opportunities 8–14: build breadth and add #15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CMU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05 Dec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User interface hub for MRI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31 Jan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OPEN SLOT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Add a qualified 2027 demand-creation play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The source contains 14 distinct Sahil opportunities—not 15. Use the open slot to create, qualify and name the next strategic play.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Customer portfolio: Outdu and Honeywell Aerospace dominate peak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Aerospace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90945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1454727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1.50M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14/14 are direct “Altera Opportunity”; distributor account is blank on every Sahil line item.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2026 / 2027 account plans: convert now, then expand adjacencies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64661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2026 proposed focus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2027 proposed expansion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2026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4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creation: three repeatable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choose numeric 2027 creation targets after the 2027 sales objective is 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Create the 15th strategic opportunity with a 2027 customer sponsor and use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direct-account + distributor coverage map; current source has no disty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one sourced, benchmark-led demand-creation motion per focus area and track evaluations created.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Distributor targets/accounts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DFAE owners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Rows where Technical Owner = Sahil Patni; 20 product lines consolidated by Opportunity ID into 14 opportunities.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Source mixes Excel dates and text dates; both were normalized for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Sahil records are “Altera Opportunity”; Distributor Account is blank. No channel pipeline can be inferred.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NOT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Target, actual achievement, revenue/bookings, support history, market share, next actions, and named DFAE assignments.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8872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373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73736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73736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286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28600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834639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834639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834639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8328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38328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93192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3192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93192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480559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80559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480559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0292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2920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502920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57784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57784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57784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8872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373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73736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73736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286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28600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834639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834639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834639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8328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38328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93192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3192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93192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480559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80559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480559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0292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2920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502920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57784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577840"/>
            <a:ext cx="4023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19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577840"/>
            <a:ext cx="6327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1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