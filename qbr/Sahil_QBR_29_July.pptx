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4"/>
    <p:sldMasterId id="2147483724" r:id="rId5"/>
  </p:sldMasterIdLst>
  <p:notesMasterIdLst>
    <p:notesMasterId r:id="rId18"/>
  </p:notesMasterIdLst>
  <p:sldIdLst>
    <p:sldId id="257" r:id="rId6"/>
    <p:sldId id="263" r:id="rId7"/>
    <p:sldId id="274" r:id="rId8"/>
    <p:sldId id="275" r:id="rId9"/>
    <p:sldId id="276" r:id="rId10"/>
    <p:sldId id="278" r:id="rId11"/>
    <p:sldId id="279" r:id="rId12"/>
    <p:sldId id="282" r:id="rId13"/>
    <p:sldId id="280" r:id="rId14"/>
    <p:sldId id="281" r:id="rId15"/>
    <p:sldId id="283" r:id="rId16"/>
    <p:sldId id="256" r:id="rId17"/>
  </p:sldIdLst>
  <p:sldSz cx="12192000" cy="6858000"/>
  <p:notesSz cx="6858000" cy="9144000"/>
  <p:embeddedFontLst>
    <p:embeddedFont>
      <p:font typeface="GT Walsheim Light" pitchFamily="50" charset="0"/>
      <p:regular r:id="rId19"/>
      <p:bold r:id="rId20"/>
      <p:italic r:id="rId21"/>
      <p:boldItalic r:id="rId22"/>
    </p:embeddedFont>
    <p:embeddedFont>
      <p:font typeface="GT Walsheim Medium" pitchFamily="50" charset="0"/>
      <p:regular r:id="rId23"/>
      <p:bold r:id="rId24"/>
      <p:italic r:id="rId25"/>
      <p:boldItalic r:id="rId26"/>
    </p:embeddedFont>
    <p:embeddedFont>
      <p:font typeface="GT Walsheim Regular" pitchFamily="50" charset="0"/>
      <p:regular r:id="rId27"/>
      <p:bold r:id="rId28"/>
      <p:italic r:id="rId29"/>
      <p:boldItalic r:id="rId30"/>
    </p:embeddedFont>
    <p:embeddedFont>
      <p:font typeface="IntelOne Display Light" panose="020B0604020202020204" charset="0"/>
      <p:regular r:id="rId31"/>
    </p:embeddedFont>
    <p:embeddedFont>
      <p:font typeface="IntelOne Text Light" panose="020B0604020202020204" charset="0"/>
      <p:regular r:id="rId32"/>
      <p:italic r:id="rId33"/>
    </p:embeddedFont>
    <p:embeddedFont>
      <p:font typeface="Montserrat Regular" panose="020B0604020202020204" charset="0"/>
      <p:regular r:id="rId34"/>
      <p:bold r:id="rId35"/>
      <p:italic r:id="rId36"/>
      <p:boldItalic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A2B5718-80FD-9500-300F-8242F27044D5}" name="Fitton, Mike" initials="MF" userId="S::michael.fitton@altera.com::a38a8409-2275-4614-9ec5-9da31795f36a" providerId="AD"/>
  <p188:author id="{8778E64E-0552-7ADE-2E40-894923795D9C}" name="Gabriel, Stephen" initials="GS" userId="S::stephen.gabriel@altera.com::8bd3d426-b035-4a86-9cfa-7d83073c79ae" providerId="AD"/>
  <p188:author id="{70060668-B097-2749-2BF0-AA74CE7F0692}" name="Siller, Bob" initials="RS" userId="S::robert.siller@altera.com::740cd35c-a712-4e11-b75f-be8d25abc5c9" providerId="AD"/>
  <p188:author id="{1CC9A4EA-8BED-293F-8C56-8D0B518B6691}" name="Sadovnikova, AnyaX" initials="AS" userId="S::anyax.sadovnikova@altera.com::520eb431-7fdc-4d66-8f59-15faf170f86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92D050"/>
    <a:srgbClr val="F3D54E"/>
    <a:srgbClr val="FFA300"/>
    <a:srgbClr val="FFFF00"/>
    <a:srgbClr val="00AEEF"/>
    <a:srgbClr val="001E52"/>
    <a:srgbClr val="85C3DA"/>
    <a:srgbClr val="44788E"/>
    <a:srgbClr val="2A44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76" autoAdjust="0"/>
    <p:restoredTop sz="97432" autoAdjust="0"/>
  </p:normalViewPr>
  <p:slideViewPr>
    <p:cSldViewPr snapToGrid="0">
      <p:cViewPr varScale="1">
        <p:scale>
          <a:sx n="109" d="100"/>
          <a:sy n="109" d="100"/>
        </p:scale>
        <p:origin x="116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9" Type="http://schemas.openxmlformats.org/officeDocument/2006/relationships/viewProps" Target="viewProps.xml"/><Relationship Id="rId21" Type="http://schemas.openxmlformats.org/officeDocument/2006/relationships/font" Target="fonts/font3.fntdata"/><Relationship Id="rId34" Type="http://schemas.openxmlformats.org/officeDocument/2006/relationships/font" Target="fonts/font16.fntdata"/><Relationship Id="rId42" Type="http://schemas.microsoft.com/office/2018/10/relationships/authors" Target="author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37" Type="http://schemas.openxmlformats.org/officeDocument/2006/relationships/font" Target="fonts/font19.fntdata"/><Relationship Id="rId40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font" Target="fonts/font18.fntdata"/><Relationship Id="rId10" Type="http://schemas.openxmlformats.org/officeDocument/2006/relationships/slide" Target="slides/slide5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font" Target="fonts/font17.fntdata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font" Target="fonts/font7.fntdata"/><Relationship Id="rId33" Type="http://schemas.openxmlformats.org/officeDocument/2006/relationships/font" Target="fonts/font15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GT Walsheim Regular" pitchFamily="2" charset="77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GT Walsheim Regular" pitchFamily="2" charset="77"/>
              </a:defRPr>
            </a:lvl1pPr>
          </a:lstStyle>
          <a:p>
            <a:fld id="{7DE2506A-0564-674A-AEAA-25EF230C6385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GT Walsheim Regular" pitchFamily="2" charset="77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GT Walsheim Regular" pitchFamily="2" charset="77"/>
              </a:defRPr>
            </a:lvl1pPr>
          </a:lstStyle>
          <a:p>
            <a:fld id="{78D3B75D-BF87-A741-BB90-91EAD706439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1562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GT Walsheim Regular" pitchFamily="2" charset="77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GT Walsheim Regular" pitchFamily="2" charset="77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GT Walsheim Regular" pitchFamily="2" charset="77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GT Walsheim Regular" pitchFamily="2" charset="77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GT Walsheim Regular" pitchFamily="2" charset="77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sv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sv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sv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E21E8-772B-A782-15AE-B24B25E0B41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6920" y="4275551"/>
            <a:ext cx="10904793" cy="838200"/>
          </a:xfrm>
        </p:spPr>
        <p:txBody>
          <a:bodyPr anchor="t"/>
          <a:lstStyle>
            <a:lvl1pPr algn="l">
              <a:defRPr sz="6000" b="0" i="0">
                <a:latin typeface="+mn-lt"/>
              </a:defRPr>
            </a:lvl1pPr>
          </a:lstStyle>
          <a:p>
            <a:r>
              <a:rPr lang="en-US"/>
              <a:t>Presentation Title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AF2052-45F7-962D-7F5A-A75938379D2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51593" y="538240"/>
            <a:ext cx="992109" cy="31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6118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E21E8-772B-A782-15AE-B24B25E0B41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6920" y="4275551"/>
            <a:ext cx="10904793" cy="838200"/>
          </a:xfrm>
        </p:spPr>
        <p:txBody>
          <a:bodyPr anchor="t"/>
          <a:lstStyle>
            <a:lvl1pPr algn="l">
              <a:defRPr sz="6000" b="0" i="0">
                <a:latin typeface="+mn-lt"/>
              </a:defRPr>
            </a:lvl1pPr>
          </a:lstStyle>
          <a:p>
            <a:r>
              <a:rPr lang="en-US"/>
              <a:t>Presentation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58C1E32-0E4E-D7E7-DCD4-901DD1BFBF1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51593" y="538240"/>
            <a:ext cx="992109" cy="31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3209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 Alter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DF7AF93-C391-F3D0-DD15-B18B9187ABE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BC05703-3FF9-BD3D-E9FD-5EA775F47C0F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gradFill flip="none" rotWithShape="1">
            <a:gsLst>
              <a:gs pos="20000">
                <a:schemeClr val="tx1">
                  <a:alpha val="0"/>
                </a:schemeClr>
              </a:gs>
              <a:gs pos="92000">
                <a:schemeClr val="tx1">
                  <a:alpha val="91163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11007F-82FA-EC2B-7191-6BF3ABBF711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6920" y="423423"/>
            <a:ext cx="1386741" cy="4134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2AE21E8-772B-A782-15AE-B24B25E0B41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6920" y="4275551"/>
            <a:ext cx="10904793" cy="838200"/>
          </a:xfrm>
        </p:spPr>
        <p:txBody>
          <a:bodyPr anchor="t"/>
          <a:lstStyle>
            <a:lvl1pPr algn="l">
              <a:defRPr sz="60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3486343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- 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E21E8-772B-A782-15AE-B24B25E0B41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6920" y="3009901"/>
            <a:ext cx="10904793" cy="1219200"/>
          </a:xfrm>
        </p:spPr>
        <p:txBody>
          <a:bodyPr anchor="t"/>
          <a:lstStyle>
            <a:lvl1pPr algn="l">
              <a:defRPr sz="6000" b="0" i="0">
                <a:latin typeface="+mn-lt"/>
              </a:defRPr>
            </a:lvl1pPr>
          </a:lstStyle>
          <a:p>
            <a:r>
              <a:rPr lang="en-US"/>
              <a:t>Divider Title Goes Here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A1785E1-340C-9D0F-C889-9AE4FE39FE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6919" y="2286000"/>
            <a:ext cx="10904793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800" b="0" i="0">
                <a:solidFill>
                  <a:schemeClr val="accent2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0982899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96" userDrawn="1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2664" userDrawn="1">
          <p15:clr>
            <a:srgbClr val="FBAE40"/>
          </p15:clr>
        </p15:guide>
        <p15:guide id="4" orient="horz" pos="14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- Divider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E21E8-772B-A782-15AE-B24B25E0B41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6920" y="3009901"/>
            <a:ext cx="10904793" cy="1219200"/>
          </a:xfrm>
        </p:spPr>
        <p:txBody>
          <a:bodyPr anchor="t"/>
          <a:lstStyle>
            <a:lvl1pPr algn="l">
              <a:defRPr sz="6000" b="0" i="0">
                <a:latin typeface="+mn-lt"/>
              </a:defRPr>
            </a:lvl1pPr>
          </a:lstStyle>
          <a:p>
            <a:r>
              <a:rPr lang="en-US"/>
              <a:t>Divider Title Goes Here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A1785E1-340C-9D0F-C889-9AE4FE39FE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6919" y="2286000"/>
            <a:ext cx="10904793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800" b="0" i="0">
                <a:solidFill>
                  <a:schemeClr val="accent2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1779614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96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2664">
          <p15:clr>
            <a:srgbClr val="FBAE40"/>
          </p15:clr>
        </p15:guide>
        <p15:guide id="4" orient="horz" pos="14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Box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3">
            <a:extLst>
              <a:ext uri="{FF2B5EF4-FFF2-40B4-BE49-F238E27FC236}">
                <a16:creationId xmlns:a16="http://schemas.microsoft.com/office/drawing/2014/main" id="{59C629D8-F455-6F48-91DC-4A88AB43394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6740" y="1367462"/>
            <a:ext cx="3193495" cy="611098"/>
          </a:xfrm>
        </p:spPr>
        <p:txBody>
          <a:bodyPr anchor="ctr">
            <a:normAutofit/>
          </a:bodyPr>
          <a:lstStyle>
            <a:lvl1pPr marL="0" marR="0" indent="0" algn="ctr" defTabSz="914217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24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GT Walsheim Regular" pitchFamily="2" charset="77"/>
                <a:ea typeface="Montserrat Regular"/>
                <a:cs typeface="Montserrat Regular"/>
                <a:sym typeface="Montserrat Regular"/>
              </a:defRPr>
            </a:lvl1pPr>
            <a:lvl2pPr marL="228554" indent="0">
              <a:buNone/>
              <a:defRPr>
                <a:solidFill>
                  <a:schemeClr val="bg1"/>
                </a:solidFill>
              </a:defRPr>
            </a:lvl2pPr>
            <a:lvl3pPr marL="457109" indent="0">
              <a:buNone/>
              <a:defRPr>
                <a:solidFill>
                  <a:schemeClr val="bg1"/>
                </a:solidFill>
              </a:defRPr>
            </a:lvl3pPr>
            <a:lvl4pPr marL="685663" indent="0">
              <a:buNone/>
              <a:defRPr>
                <a:solidFill>
                  <a:schemeClr val="bg1"/>
                </a:solidFill>
              </a:defRPr>
            </a:lvl4pPr>
            <a:lvl5pPr marL="914217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TIME</a:t>
            </a:r>
          </a:p>
        </p:txBody>
      </p:sp>
      <p:sp>
        <p:nvSpPr>
          <p:cNvPr id="8" name="Text Placeholder 33">
            <a:extLst>
              <a:ext uri="{FF2B5EF4-FFF2-40B4-BE49-F238E27FC236}">
                <a16:creationId xmlns:a16="http://schemas.microsoft.com/office/drawing/2014/main" id="{F13BDD45-6247-D71F-E7B1-E1EF78D17F5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6740" y="2376384"/>
            <a:ext cx="3193495" cy="611098"/>
          </a:xfrm>
        </p:spPr>
        <p:txBody>
          <a:bodyPr anchor="ctr">
            <a:normAutofit/>
          </a:bodyPr>
          <a:lstStyle>
            <a:lvl1pPr marL="0" marR="0" indent="0" algn="ctr" defTabSz="914217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24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GT Walsheim Regular" pitchFamily="2" charset="77"/>
                <a:ea typeface="Montserrat Regular"/>
                <a:cs typeface="Montserrat Regular"/>
                <a:sym typeface="Montserrat Regular"/>
              </a:defRPr>
            </a:lvl1pPr>
            <a:lvl2pPr marL="228554" indent="0">
              <a:buNone/>
              <a:defRPr>
                <a:solidFill>
                  <a:schemeClr val="bg1"/>
                </a:solidFill>
              </a:defRPr>
            </a:lvl2pPr>
            <a:lvl3pPr marL="457109" indent="0">
              <a:buNone/>
              <a:defRPr>
                <a:solidFill>
                  <a:schemeClr val="bg1"/>
                </a:solidFill>
              </a:defRPr>
            </a:lvl3pPr>
            <a:lvl4pPr marL="685663" indent="0">
              <a:buNone/>
              <a:defRPr>
                <a:solidFill>
                  <a:schemeClr val="bg1"/>
                </a:solidFill>
              </a:defRPr>
            </a:lvl4pPr>
            <a:lvl5pPr marL="914217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TIME</a:t>
            </a:r>
          </a:p>
        </p:txBody>
      </p:sp>
      <p:sp>
        <p:nvSpPr>
          <p:cNvPr id="9" name="Text Placeholder 33">
            <a:extLst>
              <a:ext uri="{FF2B5EF4-FFF2-40B4-BE49-F238E27FC236}">
                <a16:creationId xmlns:a16="http://schemas.microsoft.com/office/drawing/2014/main" id="{CB6E498E-C108-70E4-C2EE-0BC9972EED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2075" y="3385307"/>
            <a:ext cx="3193495" cy="611098"/>
          </a:xfrm>
        </p:spPr>
        <p:txBody>
          <a:bodyPr anchor="ctr">
            <a:normAutofit/>
          </a:bodyPr>
          <a:lstStyle>
            <a:lvl1pPr marL="0" marR="0" indent="0" algn="ctr" defTabSz="914217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24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GT Walsheim Regular" pitchFamily="2" charset="77"/>
                <a:ea typeface="Montserrat Regular"/>
                <a:cs typeface="Montserrat Regular"/>
                <a:sym typeface="Montserrat Regular"/>
              </a:defRPr>
            </a:lvl1pPr>
            <a:lvl2pPr marL="228554" indent="0">
              <a:buNone/>
              <a:defRPr>
                <a:solidFill>
                  <a:schemeClr val="bg1"/>
                </a:solidFill>
              </a:defRPr>
            </a:lvl2pPr>
            <a:lvl3pPr marL="457109" indent="0">
              <a:buNone/>
              <a:defRPr>
                <a:solidFill>
                  <a:schemeClr val="bg1"/>
                </a:solidFill>
              </a:defRPr>
            </a:lvl3pPr>
            <a:lvl4pPr marL="685663" indent="0">
              <a:buNone/>
              <a:defRPr>
                <a:solidFill>
                  <a:schemeClr val="bg1"/>
                </a:solidFill>
              </a:defRPr>
            </a:lvl4pPr>
            <a:lvl5pPr marL="914217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TIME</a:t>
            </a:r>
          </a:p>
        </p:txBody>
      </p:sp>
      <p:sp>
        <p:nvSpPr>
          <p:cNvPr id="10" name="Text Placeholder 33">
            <a:extLst>
              <a:ext uri="{FF2B5EF4-FFF2-40B4-BE49-F238E27FC236}">
                <a16:creationId xmlns:a16="http://schemas.microsoft.com/office/drawing/2014/main" id="{5B1518D3-138C-51E4-CE3B-54D84C0761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2075" y="4394230"/>
            <a:ext cx="3193495" cy="611098"/>
          </a:xfrm>
        </p:spPr>
        <p:txBody>
          <a:bodyPr anchor="ctr">
            <a:normAutofit/>
          </a:bodyPr>
          <a:lstStyle>
            <a:lvl1pPr marL="0" marR="0" indent="0" algn="ctr" defTabSz="914217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24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GT Walsheim Regular" pitchFamily="2" charset="77"/>
                <a:ea typeface="Montserrat Regular"/>
                <a:cs typeface="Montserrat Regular"/>
                <a:sym typeface="Montserrat Regular"/>
              </a:defRPr>
            </a:lvl1pPr>
            <a:lvl2pPr marL="228554" indent="0">
              <a:buNone/>
              <a:defRPr>
                <a:solidFill>
                  <a:schemeClr val="bg1"/>
                </a:solidFill>
              </a:defRPr>
            </a:lvl2pPr>
            <a:lvl3pPr marL="457109" indent="0">
              <a:buNone/>
              <a:defRPr>
                <a:solidFill>
                  <a:schemeClr val="bg1"/>
                </a:solidFill>
              </a:defRPr>
            </a:lvl3pPr>
            <a:lvl4pPr marL="685663" indent="0">
              <a:buNone/>
              <a:defRPr>
                <a:solidFill>
                  <a:schemeClr val="bg1"/>
                </a:solidFill>
              </a:defRPr>
            </a:lvl4pPr>
            <a:lvl5pPr marL="914217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TIME</a:t>
            </a:r>
          </a:p>
        </p:txBody>
      </p:sp>
      <p:sp>
        <p:nvSpPr>
          <p:cNvPr id="11" name="Text Placeholder 33">
            <a:extLst>
              <a:ext uri="{FF2B5EF4-FFF2-40B4-BE49-F238E27FC236}">
                <a16:creationId xmlns:a16="http://schemas.microsoft.com/office/drawing/2014/main" id="{7E9645F9-AE36-D6AD-18D8-485B1C79A33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26740" y="5402237"/>
            <a:ext cx="3193495" cy="611098"/>
          </a:xfrm>
        </p:spPr>
        <p:txBody>
          <a:bodyPr anchor="ctr">
            <a:normAutofit/>
          </a:bodyPr>
          <a:lstStyle>
            <a:lvl1pPr marL="0" marR="0" indent="0" algn="ctr" defTabSz="914217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24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GT Walsheim Regular" pitchFamily="2" charset="77"/>
                <a:ea typeface="Montserrat Regular"/>
                <a:cs typeface="Montserrat Regular"/>
                <a:sym typeface="Montserrat Regular"/>
              </a:defRPr>
            </a:lvl1pPr>
            <a:lvl2pPr marL="228554" indent="0">
              <a:buNone/>
              <a:defRPr>
                <a:solidFill>
                  <a:schemeClr val="bg1"/>
                </a:solidFill>
              </a:defRPr>
            </a:lvl2pPr>
            <a:lvl3pPr marL="457109" indent="0">
              <a:buNone/>
              <a:defRPr>
                <a:solidFill>
                  <a:schemeClr val="bg1"/>
                </a:solidFill>
              </a:defRPr>
            </a:lvl3pPr>
            <a:lvl4pPr marL="685663" indent="0">
              <a:buNone/>
              <a:defRPr>
                <a:solidFill>
                  <a:schemeClr val="bg1"/>
                </a:solidFill>
              </a:defRPr>
            </a:lvl4pPr>
            <a:lvl5pPr marL="914217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TIME</a:t>
            </a:r>
          </a:p>
        </p:txBody>
      </p:sp>
      <p:sp>
        <p:nvSpPr>
          <p:cNvPr id="12" name="Text Placeholder 33">
            <a:extLst>
              <a:ext uri="{FF2B5EF4-FFF2-40B4-BE49-F238E27FC236}">
                <a16:creationId xmlns:a16="http://schemas.microsoft.com/office/drawing/2014/main" id="{478939E4-B2E9-FF41-7042-30158CDC1B6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49540" y="1329070"/>
            <a:ext cx="6956706" cy="365760"/>
          </a:xfrm>
        </p:spPr>
        <p:txBody>
          <a:bodyPr lIns="0" tIns="0" rIns="0" bIns="0" anchor="ctr">
            <a:normAutofit/>
          </a:bodyPr>
          <a:lstStyle>
            <a:lvl1pPr marL="0" marR="0" indent="0" algn="l" defTabSz="914217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T Walsheim Regular" pitchFamily="2" charset="77"/>
                <a:ea typeface="Montserrat Regular"/>
                <a:cs typeface="Montserrat Regular"/>
                <a:sym typeface="Montserrat Regular"/>
              </a:defRPr>
            </a:lvl1pPr>
            <a:lvl2pPr marL="228554" indent="0">
              <a:buNone/>
              <a:defRPr>
                <a:solidFill>
                  <a:schemeClr val="bg1"/>
                </a:solidFill>
              </a:defRPr>
            </a:lvl2pPr>
            <a:lvl3pPr marL="457109" indent="0">
              <a:buNone/>
              <a:defRPr>
                <a:solidFill>
                  <a:schemeClr val="bg1"/>
                </a:solidFill>
              </a:defRPr>
            </a:lvl3pPr>
            <a:lvl4pPr marL="685663" indent="0">
              <a:buNone/>
              <a:defRPr>
                <a:solidFill>
                  <a:schemeClr val="bg1"/>
                </a:solidFill>
              </a:defRPr>
            </a:lvl4pPr>
            <a:lvl5pPr marL="914217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Agenda Item</a:t>
            </a:r>
          </a:p>
        </p:txBody>
      </p:sp>
      <p:sp>
        <p:nvSpPr>
          <p:cNvPr id="13" name="Text Placeholder 33">
            <a:extLst>
              <a:ext uri="{FF2B5EF4-FFF2-40B4-BE49-F238E27FC236}">
                <a16:creationId xmlns:a16="http://schemas.microsoft.com/office/drawing/2014/main" id="{786AD1C7-1A3A-BFE1-68D6-42477622857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49540" y="1717959"/>
            <a:ext cx="6956706" cy="282709"/>
          </a:xfrm>
        </p:spPr>
        <p:txBody>
          <a:bodyPr lIns="0" tIns="0" rIns="0" bIns="0" anchor="ctr">
            <a:noAutofit/>
          </a:bodyPr>
          <a:lstStyle>
            <a:lvl1pPr marL="0" marR="0" indent="0" algn="l" defTabSz="914217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T Walsheim Regular" pitchFamily="2" charset="77"/>
                <a:ea typeface="Montserrat Regular"/>
                <a:cs typeface="Montserrat Regular"/>
                <a:sym typeface="Montserrat Regular"/>
              </a:defRPr>
            </a:lvl1pPr>
            <a:lvl2pPr marL="228554" indent="0">
              <a:buNone/>
              <a:defRPr>
                <a:solidFill>
                  <a:schemeClr val="bg1"/>
                </a:solidFill>
              </a:defRPr>
            </a:lvl2pPr>
            <a:lvl3pPr marL="457109" indent="0">
              <a:buNone/>
              <a:defRPr>
                <a:solidFill>
                  <a:schemeClr val="bg1"/>
                </a:solidFill>
              </a:defRPr>
            </a:lvl3pPr>
            <a:lvl4pPr marL="685663" indent="0">
              <a:buNone/>
              <a:defRPr>
                <a:solidFill>
                  <a:schemeClr val="bg1"/>
                </a:solidFill>
              </a:defRPr>
            </a:lvl4pPr>
            <a:lvl5pPr marL="914217" indent="0">
              <a:buNone/>
              <a:defRPr>
                <a:solidFill>
                  <a:schemeClr val="bg1"/>
                </a:solidFill>
              </a:defRPr>
            </a:lvl5pPr>
          </a:lstStyle>
          <a:p>
            <a:r>
              <a:rPr lang="en-US">
                <a:latin typeface="GT Walsheim Regular" pitchFamily="2" charset="77"/>
              </a:rPr>
              <a:t>Lorem ipsum dolor sit </a:t>
            </a:r>
            <a:r>
              <a:rPr lang="en-US" err="1">
                <a:latin typeface="GT Walsheim Regular" pitchFamily="2" charset="77"/>
              </a:rPr>
              <a:t>amet</a:t>
            </a:r>
            <a:r>
              <a:rPr lang="en-US">
                <a:latin typeface="GT Walsheim Regular" pitchFamily="2" charset="77"/>
              </a:rPr>
              <a:t>, </a:t>
            </a:r>
            <a:r>
              <a:rPr lang="en-US" err="1">
                <a:latin typeface="GT Walsheim Regular" pitchFamily="2" charset="77"/>
              </a:rPr>
              <a:t>consectetur</a:t>
            </a:r>
            <a:r>
              <a:rPr lang="en-US">
                <a:latin typeface="GT Walsheim Regular" pitchFamily="2" charset="77"/>
              </a:rPr>
              <a:t> </a:t>
            </a:r>
            <a:r>
              <a:rPr lang="en-US" err="1">
                <a:latin typeface="GT Walsheim Regular" pitchFamily="2" charset="77"/>
              </a:rPr>
              <a:t>adipiscing</a:t>
            </a:r>
            <a:r>
              <a:rPr lang="en-US">
                <a:latin typeface="GT Walsheim Regular" pitchFamily="2" charset="77"/>
              </a:rPr>
              <a:t> </a:t>
            </a:r>
            <a:r>
              <a:rPr lang="en-US" err="1">
                <a:latin typeface="GT Walsheim Regular" pitchFamily="2" charset="77"/>
              </a:rPr>
              <a:t>elit</a:t>
            </a:r>
            <a:r>
              <a:rPr lang="en-US">
                <a:latin typeface="GT Walsheim Regular" pitchFamily="2" charset="77"/>
              </a:rPr>
              <a:t>, sed do </a:t>
            </a:r>
            <a:r>
              <a:rPr lang="en-US" err="1">
                <a:latin typeface="GT Walsheim Regular" pitchFamily="2" charset="77"/>
              </a:rPr>
              <a:t>eiusmod</a:t>
            </a:r>
            <a:r>
              <a:rPr lang="en-US">
                <a:latin typeface="GT Walsheim Regular" pitchFamily="2" charset="77"/>
              </a:rPr>
              <a:t> </a:t>
            </a:r>
            <a:r>
              <a:rPr lang="en-US" err="1">
                <a:latin typeface="GT Walsheim Regular" pitchFamily="2" charset="77"/>
              </a:rPr>
              <a:t>tempor</a:t>
            </a:r>
            <a:r>
              <a:rPr lang="en-US">
                <a:latin typeface="GT Walsheim Regular" pitchFamily="2" charset="77"/>
              </a:rPr>
              <a:t> </a:t>
            </a:r>
            <a:r>
              <a:rPr lang="en-US" err="1">
                <a:latin typeface="GT Walsheim Regular" pitchFamily="2" charset="77"/>
              </a:rPr>
              <a:t>incididunt</a:t>
            </a:r>
            <a:r>
              <a:rPr lang="en-US">
                <a:latin typeface="GT Walsheim Regular" pitchFamily="2" charset="77"/>
              </a:rPr>
              <a:t> </a:t>
            </a:r>
            <a:r>
              <a:rPr lang="en-US" err="1">
                <a:latin typeface="GT Walsheim Regular" pitchFamily="2" charset="77"/>
              </a:rPr>
              <a:t>ut</a:t>
            </a:r>
            <a:r>
              <a:rPr lang="en-US">
                <a:latin typeface="GT Walsheim Regular" pitchFamily="2" charset="77"/>
              </a:rPr>
              <a:t> labore et dolore magna </a:t>
            </a:r>
            <a:r>
              <a:rPr lang="en-US" err="1">
                <a:latin typeface="GT Walsheim Regular" pitchFamily="2" charset="77"/>
              </a:rPr>
              <a:t>aliqua</a:t>
            </a:r>
            <a:r>
              <a:rPr lang="en-US">
                <a:latin typeface="GT Walsheim Regular" pitchFamily="2" charset="77"/>
              </a:rPr>
              <a:t>. At </a:t>
            </a:r>
            <a:r>
              <a:rPr lang="en-US" err="1">
                <a:latin typeface="GT Walsheim Regular" pitchFamily="2" charset="77"/>
              </a:rPr>
              <a:t>varius</a:t>
            </a:r>
            <a:r>
              <a:rPr lang="en-US">
                <a:latin typeface="GT Walsheim Regular" pitchFamily="2" charset="77"/>
              </a:rPr>
              <a:t> vel pharetra vel </a:t>
            </a:r>
            <a:r>
              <a:rPr lang="en-US" err="1">
                <a:latin typeface="GT Walsheim Regular" pitchFamily="2" charset="77"/>
              </a:rPr>
              <a:t>turpis</a:t>
            </a:r>
            <a:r>
              <a:rPr lang="en-US">
                <a:latin typeface="GT Walsheim Regular" pitchFamily="2" charset="77"/>
              </a:rPr>
              <a:t>.</a:t>
            </a:r>
          </a:p>
        </p:txBody>
      </p:sp>
      <p:sp>
        <p:nvSpPr>
          <p:cNvPr id="14" name="Text Placeholder 33">
            <a:extLst>
              <a:ext uri="{FF2B5EF4-FFF2-40B4-BE49-F238E27FC236}">
                <a16:creationId xmlns:a16="http://schemas.microsoft.com/office/drawing/2014/main" id="{014B500E-4762-1568-78C7-1A7E56CC1A4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49540" y="2351694"/>
            <a:ext cx="6956706" cy="365760"/>
          </a:xfrm>
        </p:spPr>
        <p:txBody>
          <a:bodyPr lIns="0" tIns="0" rIns="0" bIns="0" anchor="ctr">
            <a:normAutofit/>
          </a:bodyPr>
          <a:lstStyle>
            <a:lvl1pPr marL="0" marR="0" indent="0" algn="l" defTabSz="914217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T Walsheim Regular" pitchFamily="2" charset="77"/>
                <a:ea typeface="Montserrat Regular"/>
                <a:cs typeface="Montserrat Regular"/>
                <a:sym typeface="Montserrat Regular"/>
              </a:defRPr>
            </a:lvl1pPr>
            <a:lvl2pPr marL="228554" indent="0">
              <a:buNone/>
              <a:defRPr>
                <a:solidFill>
                  <a:schemeClr val="bg1"/>
                </a:solidFill>
              </a:defRPr>
            </a:lvl2pPr>
            <a:lvl3pPr marL="457109" indent="0">
              <a:buNone/>
              <a:defRPr>
                <a:solidFill>
                  <a:schemeClr val="bg1"/>
                </a:solidFill>
              </a:defRPr>
            </a:lvl3pPr>
            <a:lvl4pPr marL="685663" indent="0">
              <a:buNone/>
              <a:defRPr>
                <a:solidFill>
                  <a:schemeClr val="bg1"/>
                </a:solidFill>
              </a:defRPr>
            </a:lvl4pPr>
            <a:lvl5pPr marL="914217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Agenda Item</a:t>
            </a:r>
          </a:p>
        </p:txBody>
      </p:sp>
      <p:sp>
        <p:nvSpPr>
          <p:cNvPr id="15" name="Text Placeholder 33">
            <a:extLst>
              <a:ext uri="{FF2B5EF4-FFF2-40B4-BE49-F238E27FC236}">
                <a16:creationId xmlns:a16="http://schemas.microsoft.com/office/drawing/2014/main" id="{4F73B74F-0347-22E7-E89D-E20BEFAF747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449540" y="2740583"/>
            <a:ext cx="6956706" cy="282709"/>
          </a:xfrm>
        </p:spPr>
        <p:txBody>
          <a:bodyPr lIns="0" tIns="0" rIns="0" bIns="0" anchor="ctr">
            <a:noAutofit/>
          </a:bodyPr>
          <a:lstStyle>
            <a:lvl1pPr marL="0" marR="0" indent="0" algn="l" defTabSz="914217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T Walsheim Regular" pitchFamily="2" charset="77"/>
                <a:ea typeface="Montserrat Regular"/>
                <a:cs typeface="Montserrat Regular"/>
                <a:sym typeface="Montserrat Regular"/>
              </a:defRPr>
            </a:lvl1pPr>
            <a:lvl2pPr marL="228554" indent="0">
              <a:buNone/>
              <a:defRPr>
                <a:solidFill>
                  <a:schemeClr val="bg1"/>
                </a:solidFill>
              </a:defRPr>
            </a:lvl2pPr>
            <a:lvl3pPr marL="457109" indent="0">
              <a:buNone/>
              <a:defRPr>
                <a:solidFill>
                  <a:schemeClr val="bg1"/>
                </a:solidFill>
              </a:defRPr>
            </a:lvl3pPr>
            <a:lvl4pPr marL="685663" indent="0">
              <a:buNone/>
              <a:defRPr>
                <a:solidFill>
                  <a:schemeClr val="bg1"/>
                </a:solidFill>
              </a:defRPr>
            </a:lvl4pPr>
            <a:lvl5pPr marL="914217" indent="0">
              <a:buNone/>
              <a:defRPr>
                <a:solidFill>
                  <a:schemeClr val="bg1"/>
                </a:solidFill>
              </a:defRPr>
            </a:lvl5pPr>
          </a:lstStyle>
          <a:p>
            <a:r>
              <a:rPr lang="en-US">
                <a:latin typeface="GT Walsheim Regular" pitchFamily="2" charset="77"/>
              </a:rPr>
              <a:t>Lorem ipsum dolor sit </a:t>
            </a:r>
            <a:r>
              <a:rPr lang="en-US" err="1">
                <a:latin typeface="GT Walsheim Regular" pitchFamily="2" charset="77"/>
              </a:rPr>
              <a:t>amet</a:t>
            </a:r>
            <a:r>
              <a:rPr lang="en-US">
                <a:latin typeface="GT Walsheim Regular" pitchFamily="2" charset="77"/>
              </a:rPr>
              <a:t>, </a:t>
            </a:r>
            <a:r>
              <a:rPr lang="en-US" err="1">
                <a:latin typeface="GT Walsheim Regular" pitchFamily="2" charset="77"/>
              </a:rPr>
              <a:t>consectetur</a:t>
            </a:r>
            <a:r>
              <a:rPr lang="en-US">
                <a:latin typeface="GT Walsheim Regular" pitchFamily="2" charset="77"/>
              </a:rPr>
              <a:t> </a:t>
            </a:r>
            <a:r>
              <a:rPr lang="en-US" err="1">
                <a:latin typeface="GT Walsheim Regular" pitchFamily="2" charset="77"/>
              </a:rPr>
              <a:t>adipiscing</a:t>
            </a:r>
            <a:r>
              <a:rPr lang="en-US">
                <a:latin typeface="GT Walsheim Regular" pitchFamily="2" charset="77"/>
              </a:rPr>
              <a:t> </a:t>
            </a:r>
            <a:r>
              <a:rPr lang="en-US" err="1">
                <a:latin typeface="GT Walsheim Regular" pitchFamily="2" charset="77"/>
              </a:rPr>
              <a:t>elit</a:t>
            </a:r>
            <a:r>
              <a:rPr lang="en-US">
                <a:latin typeface="GT Walsheim Regular" pitchFamily="2" charset="77"/>
              </a:rPr>
              <a:t>, sed do </a:t>
            </a:r>
            <a:r>
              <a:rPr lang="en-US" err="1">
                <a:latin typeface="GT Walsheim Regular" pitchFamily="2" charset="77"/>
              </a:rPr>
              <a:t>eiusmod</a:t>
            </a:r>
            <a:r>
              <a:rPr lang="en-US">
                <a:latin typeface="GT Walsheim Regular" pitchFamily="2" charset="77"/>
              </a:rPr>
              <a:t> </a:t>
            </a:r>
            <a:r>
              <a:rPr lang="en-US" err="1">
                <a:latin typeface="GT Walsheim Regular" pitchFamily="2" charset="77"/>
              </a:rPr>
              <a:t>tempor</a:t>
            </a:r>
            <a:r>
              <a:rPr lang="en-US">
                <a:latin typeface="GT Walsheim Regular" pitchFamily="2" charset="77"/>
              </a:rPr>
              <a:t> </a:t>
            </a:r>
            <a:r>
              <a:rPr lang="en-US" err="1">
                <a:latin typeface="GT Walsheim Regular" pitchFamily="2" charset="77"/>
              </a:rPr>
              <a:t>incididunt</a:t>
            </a:r>
            <a:r>
              <a:rPr lang="en-US">
                <a:latin typeface="GT Walsheim Regular" pitchFamily="2" charset="77"/>
              </a:rPr>
              <a:t> </a:t>
            </a:r>
            <a:r>
              <a:rPr lang="en-US" err="1">
                <a:latin typeface="GT Walsheim Regular" pitchFamily="2" charset="77"/>
              </a:rPr>
              <a:t>ut</a:t>
            </a:r>
            <a:r>
              <a:rPr lang="en-US">
                <a:latin typeface="GT Walsheim Regular" pitchFamily="2" charset="77"/>
              </a:rPr>
              <a:t> labore et dolore magna </a:t>
            </a:r>
            <a:r>
              <a:rPr lang="en-US" err="1">
                <a:latin typeface="GT Walsheim Regular" pitchFamily="2" charset="77"/>
              </a:rPr>
              <a:t>aliqua</a:t>
            </a:r>
            <a:r>
              <a:rPr lang="en-US">
                <a:latin typeface="GT Walsheim Regular" pitchFamily="2" charset="77"/>
              </a:rPr>
              <a:t>. At </a:t>
            </a:r>
            <a:r>
              <a:rPr lang="en-US" err="1">
                <a:latin typeface="GT Walsheim Regular" pitchFamily="2" charset="77"/>
              </a:rPr>
              <a:t>varius</a:t>
            </a:r>
            <a:r>
              <a:rPr lang="en-US">
                <a:latin typeface="GT Walsheim Regular" pitchFamily="2" charset="77"/>
              </a:rPr>
              <a:t> vel pharetra vel </a:t>
            </a:r>
            <a:r>
              <a:rPr lang="en-US" err="1">
                <a:latin typeface="GT Walsheim Regular" pitchFamily="2" charset="77"/>
              </a:rPr>
              <a:t>turpis</a:t>
            </a:r>
            <a:r>
              <a:rPr lang="en-US">
                <a:latin typeface="GT Walsheim Regular" pitchFamily="2" charset="77"/>
              </a:rPr>
              <a:t>.</a:t>
            </a:r>
          </a:p>
        </p:txBody>
      </p:sp>
      <p:sp>
        <p:nvSpPr>
          <p:cNvPr id="16" name="Text Placeholder 33">
            <a:extLst>
              <a:ext uri="{FF2B5EF4-FFF2-40B4-BE49-F238E27FC236}">
                <a16:creationId xmlns:a16="http://schemas.microsoft.com/office/drawing/2014/main" id="{83F3E591-00B8-D326-B23C-9FB80CC4AA5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449540" y="3346975"/>
            <a:ext cx="6956706" cy="365760"/>
          </a:xfrm>
        </p:spPr>
        <p:txBody>
          <a:bodyPr lIns="0" tIns="0" rIns="0" bIns="0" anchor="ctr">
            <a:normAutofit/>
          </a:bodyPr>
          <a:lstStyle>
            <a:lvl1pPr marL="0" marR="0" indent="0" algn="l" defTabSz="914217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T Walsheim Regular" pitchFamily="2" charset="77"/>
                <a:ea typeface="Montserrat Regular"/>
                <a:cs typeface="Montserrat Regular"/>
                <a:sym typeface="Montserrat Regular"/>
              </a:defRPr>
            </a:lvl1pPr>
            <a:lvl2pPr marL="228554" indent="0">
              <a:buNone/>
              <a:defRPr>
                <a:solidFill>
                  <a:schemeClr val="bg1"/>
                </a:solidFill>
              </a:defRPr>
            </a:lvl2pPr>
            <a:lvl3pPr marL="457109" indent="0">
              <a:buNone/>
              <a:defRPr>
                <a:solidFill>
                  <a:schemeClr val="bg1"/>
                </a:solidFill>
              </a:defRPr>
            </a:lvl3pPr>
            <a:lvl4pPr marL="685663" indent="0">
              <a:buNone/>
              <a:defRPr>
                <a:solidFill>
                  <a:schemeClr val="bg1"/>
                </a:solidFill>
              </a:defRPr>
            </a:lvl4pPr>
            <a:lvl5pPr marL="914217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Agenda Item</a:t>
            </a:r>
          </a:p>
        </p:txBody>
      </p:sp>
      <p:sp>
        <p:nvSpPr>
          <p:cNvPr id="17" name="Text Placeholder 33">
            <a:extLst>
              <a:ext uri="{FF2B5EF4-FFF2-40B4-BE49-F238E27FC236}">
                <a16:creationId xmlns:a16="http://schemas.microsoft.com/office/drawing/2014/main" id="{E832EA92-0BD1-ED7F-58A3-CC123327F85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449540" y="3735864"/>
            <a:ext cx="6956706" cy="282709"/>
          </a:xfrm>
        </p:spPr>
        <p:txBody>
          <a:bodyPr lIns="0" tIns="0" rIns="0" bIns="0" anchor="ctr">
            <a:noAutofit/>
          </a:bodyPr>
          <a:lstStyle>
            <a:lvl1pPr marL="0" marR="0" indent="0" algn="l" defTabSz="914217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T Walsheim Regular" pitchFamily="2" charset="77"/>
                <a:ea typeface="Montserrat Regular"/>
                <a:cs typeface="Montserrat Regular"/>
                <a:sym typeface="Montserrat Regular"/>
              </a:defRPr>
            </a:lvl1pPr>
            <a:lvl2pPr marL="228554" indent="0">
              <a:buNone/>
              <a:defRPr>
                <a:solidFill>
                  <a:schemeClr val="bg1"/>
                </a:solidFill>
              </a:defRPr>
            </a:lvl2pPr>
            <a:lvl3pPr marL="457109" indent="0">
              <a:buNone/>
              <a:defRPr>
                <a:solidFill>
                  <a:schemeClr val="bg1"/>
                </a:solidFill>
              </a:defRPr>
            </a:lvl3pPr>
            <a:lvl4pPr marL="685663" indent="0">
              <a:buNone/>
              <a:defRPr>
                <a:solidFill>
                  <a:schemeClr val="bg1"/>
                </a:solidFill>
              </a:defRPr>
            </a:lvl4pPr>
            <a:lvl5pPr marL="914217" indent="0">
              <a:buNone/>
              <a:defRPr>
                <a:solidFill>
                  <a:schemeClr val="bg1"/>
                </a:solidFill>
              </a:defRPr>
            </a:lvl5pPr>
          </a:lstStyle>
          <a:p>
            <a:r>
              <a:rPr lang="en-US">
                <a:latin typeface="GT Walsheim Regular" pitchFamily="2" charset="77"/>
              </a:rPr>
              <a:t>Lorem ipsum dolor sit </a:t>
            </a:r>
            <a:r>
              <a:rPr lang="en-US" err="1">
                <a:latin typeface="GT Walsheim Regular" pitchFamily="2" charset="77"/>
              </a:rPr>
              <a:t>amet</a:t>
            </a:r>
            <a:r>
              <a:rPr lang="en-US">
                <a:latin typeface="GT Walsheim Regular" pitchFamily="2" charset="77"/>
              </a:rPr>
              <a:t>, </a:t>
            </a:r>
            <a:r>
              <a:rPr lang="en-US" err="1">
                <a:latin typeface="GT Walsheim Regular" pitchFamily="2" charset="77"/>
              </a:rPr>
              <a:t>consectetur</a:t>
            </a:r>
            <a:r>
              <a:rPr lang="en-US">
                <a:latin typeface="GT Walsheim Regular" pitchFamily="2" charset="77"/>
              </a:rPr>
              <a:t> </a:t>
            </a:r>
            <a:r>
              <a:rPr lang="en-US" err="1">
                <a:latin typeface="GT Walsheim Regular" pitchFamily="2" charset="77"/>
              </a:rPr>
              <a:t>adipiscing</a:t>
            </a:r>
            <a:r>
              <a:rPr lang="en-US">
                <a:latin typeface="GT Walsheim Regular" pitchFamily="2" charset="77"/>
              </a:rPr>
              <a:t> </a:t>
            </a:r>
            <a:r>
              <a:rPr lang="en-US" err="1">
                <a:latin typeface="GT Walsheim Regular" pitchFamily="2" charset="77"/>
              </a:rPr>
              <a:t>elit</a:t>
            </a:r>
            <a:r>
              <a:rPr lang="en-US">
                <a:latin typeface="GT Walsheim Regular" pitchFamily="2" charset="77"/>
              </a:rPr>
              <a:t>, sed do </a:t>
            </a:r>
            <a:r>
              <a:rPr lang="en-US" err="1">
                <a:latin typeface="GT Walsheim Regular" pitchFamily="2" charset="77"/>
              </a:rPr>
              <a:t>eiusmod</a:t>
            </a:r>
            <a:r>
              <a:rPr lang="en-US">
                <a:latin typeface="GT Walsheim Regular" pitchFamily="2" charset="77"/>
              </a:rPr>
              <a:t> </a:t>
            </a:r>
            <a:r>
              <a:rPr lang="en-US" err="1">
                <a:latin typeface="GT Walsheim Regular" pitchFamily="2" charset="77"/>
              </a:rPr>
              <a:t>tempor</a:t>
            </a:r>
            <a:r>
              <a:rPr lang="en-US">
                <a:latin typeface="GT Walsheim Regular" pitchFamily="2" charset="77"/>
              </a:rPr>
              <a:t> </a:t>
            </a:r>
            <a:r>
              <a:rPr lang="en-US" err="1">
                <a:latin typeface="GT Walsheim Regular" pitchFamily="2" charset="77"/>
              </a:rPr>
              <a:t>incididunt</a:t>
            </a:r>
            <a:r>
              <a:rPr lang="en-US">
                <a:latin typeface="GT Walsheim Regular" pitchFamily="2" charset="77"/>
              </a:rPr>
              <a:t> </a:t>
            </a:r>
            <a:r>
              <a:rPr lang="en-US" err="1">
                <a:latin typeface="GT Walsheim Regular" pitchFamily="2" charset="77"/>
              </a:rPr>
              <a:t>ut</a:t>
            </a:r>
            <a:r>
              <a:rPr lang="en-US">
                <a:latin typeface="GT Walsheim Regular" pitchFamily="2" charset="77"/>
              </a:rPr>
              <a:t> labore et dolore magna </a:t>
            </a:r>
            <a:r>
              <a:rPr lang="en-US" err="1">
                <a:latin typeface="GT Walsheim Regular" pitchFamily="2" charset="77"/>
              </a:rPr>
              <a:t>aliqua</a:t>
            </a:r>
            <a:r>
              <a:rPr lang="en-US">
                <a:latin typeface="GT Walsheim Regular" pitchFamily="2" charset="77"/>
              </a:rPr>
              <a:t>. At </a:t>
            </a:r>
            <a:r>
              <a:rPr lang="en-US" err="1">
                <a:latin typeface="GT Walsheim Regular" pitchFamily="2" charset="77"/>
              </a:rPr>
              <a:t>varius</a:t>
            </a:r>
            <a:r>
              <a:rPr lang="en-US">
                <a:latin typeface="GT Walsheim Regular" pitchFamily="2" charset="77"/>
              </a:rPr>
              <a:t> vel pharetra vel </a:t>
            </a:r>
            <a:r>
              <a:rPr lang="en-US" err="1">
                <a:latin typeface="GT Walsheim Regular" pitchFamily="2" charset="77"/>
              </a:rPr>
              <a:t>turpis</a:t>
            </a:r>
            <a:r>
              <a:rPr lang="en-US">
                <a:latin typeface="GT Walsheim Regular" pitchFamily="2" charset="77"/>
              </a:rPr>
              <a:t>.</a:t>
            </a:r>
          </a:p>
        </p:txBody>
      </p:sp>
      <p:sp>
        <p:nvSpPr>
          <p:cNvPr id="18" name="Text Placeholder 33">
            <a:extLst>
              <a:ext uri="{FF2B5EF4-FFF2-40B4-BE49-F238E27FC236}">
                <a16:creationId xmlns:a16="http://schemas.microsoft.com/office/drawing/2014/main" id="{B9028E60-EE08-D9D3-4D0C-4B0858A1F5A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49540" y="4369539"/>
            <a:ext cx="6956706" cy="365760"/>
          </a:xfrm>
        </p:spPr>
        <p:txBody>
          <a:bodyPr lIns="0" tIns="0" rIns="0" bIns="0" anchor="ctr">
            <a:normAutofit/>
          </a:bodyPr>
          <a:lstStyle>
            <a:lvl1pPr marL="0" marR="0" indent="0" algn="l" defTabSz="914217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T Walsheim Regular" pitchFamily="2" charset="77"/>
                <a:ea typeface="Montserrat Regular"/>
                <a:cs typeface="Montserrat Regular"/>
                <a:sym typeface="Montserrat Regular"/>
              </a:defRPr>
            </a:lvl1pPr>
            <a:lvl2pPr marL="228554" indent="0">
              <a:buNone/>
              <a:defRPr>
                <a:solidFill>
                  <a:schemeClr val="bg1"/>
                </a:solidFill>
              </a:defRPr>
            </a:lvl2pPr>
            <a:lvl3pPr marL="457109" indent="0">
              <a:buNone/>
              <a:defRPr>
                <a:solidFill>
                  <a:schemeClr val="bg1"/>
                </a:solidFill>
              </a:defRPr>
            </a:lvl3pPr>
            <a:lvl4pPr marL="685663" indent="0">
              <a:buNone/>
              <a:defRPr>
                <a:solidFill>
                  <a:schemeClr val="bg1"/>
                </a:solidFill>
              </a:defRPr>
            </a:lvl4pPr>
            <a:lvl5pPr marL="914217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Agenda Item</a:t>
            </a:r>
          </a:p>
        </p:txBody>
      </p:sp>
      <p:sp>
        <p:nvSpPr>
          <p:cNvPr id="19" name="Text Placeholder 33">
            <a:extLst>
              <a:ext uri="{FF2B5EF4-FFF2-40B4-BE49-F238E27FC236}">
                <a16:creationId xmlns:a16="http://schemas.microsoft.com/office/drawing/2014/main" id="{C2EA26FC-25B8-56A5-3840-BF82F318641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49540" y="4758428"/>
            <a:ext cx="6956706" cy="282709"/>
          </a:xfrm>
        </p:spPr>
        <p:txBody>
          <a:bodyPr lIns="0" tIns="0" rIns="0" bIns="0" anchor="ctr">
            <a:noAutofit/>
          </a:bodyPr>
          <a:lstStyle>
            <a:lvl1pPr marL="0" marR="0" indent="0" algn="l" defTabSz="914217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T Walsheim Regular" pitchFamily="2" charset="77"/>
                <a:ea typeface="Montserrat Regular"/>
                <a:cs typeface="Montserrat Regular"/>
                <a:sym typeface="Montserrat Regular"/>
              </a:defRPr>
            </a:lvl1pPr>
            <a:lvl2pPr marL="228554" indent="0">
              <a:buNone/>
              <a:defRPr>
                <a:solidFill>
                  <a:schemeClr val="bg1"/>
                </a:solidFill>
              </a:defRPr>
            </a:lvl2pPr>
            <a:lvl3pPr marL="457109" indent="0">
              <a:buNone/>
              <a:defRPr>
                <a:solidFill>
                  <a:schemeClr val="bg1"/>
                </a:solidFill>
              </a:defRPr>
            </a:lvl3pPr>
            <a:lvl4pPr marL="685663" indent="0">
              <a:buNone/>
              <a:defRPr>
                <a:solidFill>
                  <a:schemeClr val="bg1"/>
                </a:solidFill>
              </a:defRPr>
            </a:lvl4pPr>
            <a:lvl5pPr marL="914217" indent="0">
              <a:buNone/>
              <a:defRPr>
                <a:solidFill>
                  <a:schemeClr val="bg1"/>
                </a:solidFill>
              </a:defRPr>
            </a:lvl5pPr>
          </a:lstStyle>
          <a:p>
            <a:r>
              <a:rPr lang="en-US">
                <a:latin typeface="GT Walsheim Regular" pitchFamily="2" charset="77"/>
              </a:rPr>
              <a:t>Lorem ipsum dolor sit </a:t>
            </a:r>
            <a:r>
              <a:rPr lang="en-US" err="1">
                <a:latin typeface="GT Walsheim Regular" pitchFamily="2" charset="77"/>
              </a:rPr>
              <a:t>amet</a:t>
            </a:r>
            <a:r>
              <a:rPr lang="en-US">
                <a:latin typeface="GT Walsheim Regular" pitchFamily="2" charset="77"/>
              </a:rPr>
              <a:t>, </a:t>
            </a:r>
            <a:r>
              <a:rPr lang="en-US" err="1">
                <a:latin typeface="GT Walsheim Regular" pitchFamily="2" charset="77"/>
              </a:rPr>
              <a:t>consectetur</a:t>
            </a:r>
            <a:r>
              <a:rPr lang="en-US">
                <a:latin typeface="GT Walsheim Regular" pitchFamily="2" charset="77"/>
              </a:rPr>
              <a:t> </a:t>
            </a:r>
            <a:r>
              <a:rPr lang="en-US" err="1">
                <a:latin typeface="GT Walsheim Regular" pitchFamily="2" charset="77"/>
              </a:rPr>
              <a:t>adipiscing</a:t>
            </a:r>
            <a:r>
              <a:rPr lang="en-US">
                <a:latin typeface="GT Walsheim Regular" pitchFamily="2" charset="77"/>
              </a:rPr>
              <a:t> </a:t>
            </a:r>
            <a:r>
              <a:rPr lang="en-US" err="1">
                <a:latin typeface="GT Walsheim Regular" pitchFamily="2" charset="77"/>
              </a:rPr>
              <a:t>elit</a:t>
            </a:r>
            <a:r>
              <a:rPr lang="en-US">
                <a:latin typeface="GT Walsheim Regular" pitchFamily="2" charset="77"/>
              </a:rPr>
              <a:t>, sed do </a:t>
            </a:r>
            <a:r>
              <a:rPr lang="en-US" err="1">
                <a:latin typeface="GT Walsheim Regular" pitchFamily="2" charset="77"/>
              </a:rPr>
              <a:t>eiusmod</a:t>
            </a:r>
            <a:r>
              <a:rPr lang="en-US">
                <a:latin typeface="GT Walsheim Regular" pitchFamily="2" charset="77"/>
              </a:rPr>
              <a:t> </a:t>
            </a:r>
            <a:r>
              <a:rPr lang="en-US" err="1">
                <a:latin typeface="GT Walsheim Regular" pitchFamily="2" charset="77"/>
              </a:rPr>
              <a:t>tempor</a:t>
            </a:r>
            <a:r>
              <a:rPr lang="en-US">
                <a:latin typeface="GT Walsheim Regular" pitchFamily="2" charset="77"/>
              </a:rPr>
              <a:t> </a:t>
            </a:r>
            <a:r>
              <a:rPr lang="en-US" err="1">
                <a:latin typeface="GT Walsheim Regular" pitchFamily="2" charset="77"/>
              </a:rPr>
              <a:t>incididunt</a:t>
            </a:r>
            <a:r>
              <a:rPr lang="en-US">
                <a:latin typeface="GT Walsheim Regular" pitchFamily="2" charset="77"/>
              </a:rPr>
              <a:t> </a:t>
            </a:r>
            <a:r>
              <a:rPr lang="en-US" err="1">
                <a:latin typeface="GT Walsheim Regular" pitchFamily="2" charset="77"/>
              </a:rPr>
              <a:t>ut</a:t>
            </a:r>
            <a:r>
              <a:rPr lang="en-US">
                <a:latin typeface="GT Walsheim Regular" pitchFamily="2" charset="77"/>
              </a:rPr>
              <a:t> labore et dolore magna </a:t>
            </a:r>
            <a:r>
              <a:rPr lang="en-US" err="1">
                <a:latin typeface="GT Walsheim Regular" pitchFamily="2" charset="77"/>
              </a:rPr>
              <a:t>aliqua</a:t>
            </a:r>
            <a:r>
              <a:rPr lang="en-US">
                <a:latin typeface="GT Walsheim Regular" pitchFamily="2" charset="77"/>
              </a:rPr>
              <a:t>. At </a:t>
            </a:r>
            <a:r>
              <a:rPr lang="en-US" err="1">
                <a:latin typeface="GT Walsheim Regular" pitchFamily="2" charset="77"/>
              </a:rPr>
              <a:t>varius</a:t>
            </a:r>
            <a:r>
              <a:rPr lang="en-US">
                <a:latin typeface="GT Walsheim Regular" pitchFamily="2" charset="77"/>
              </a:rPr>
              <a:t> vel pharetra vel </a:t>
            </a:r>
            <a:r>
              <a:rPr lang="en-US" err="1">
                <a:latin typeface="GT Walsheim Regular" pitchFamily="2" charset="77"/>
              </a:rPr>
              <a:t>turpis</a:t>
            </a:r>
            <a:r>
              <a:rPr lang="en-US">
                <a:latin typeface="GT Walsheim Regular" pitchFamily="2" charset="77"/>
              </a:rPr>
              <a:t>.</a:t>
            </a:r>
          </a:p>
        </p:txBody>
      </p:sp>
      <p:sp>
        <p:nvSpPr>
          <p:cNvPr id="20" name="Text Placeholder 33">
            <a:extLst>
              <a:ext uri="{FF2B5EF4-FFF2-40B4-BE49-F238E27FC236}">
                <a16:creationId xmlns:a16="http://schemas.microsoft.com/office/drawing/2014/main" id="{50BB3D2B-3C04-8731-07BC-0A40856D4C1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449540" y="5365977"/>
            <a:ext cx="6956706" cy="365760"/>
          </a:xfrm>
        </p:spPr>
        <p:txBody>
          <a:bodyPr lIns="0" tIns="0" rIns="0" bIns="0" anchor="ctr">
            <a:normAutofit/>
          </a:bodyPr>
          <a:lstStyle>
            <a:lvl1pPr marL="0" marR="0" indent="0" algn="l" defTabSz="914217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T Walsheim Regular" pitchFamily="2" charset="77"/>
                <a:ea typeface="Montserrat Regular"/>
                <a:cs typeface="Montserrat Regular"/>
                <a:sym typeface="Montserrat Regular"/>
              </a:defRPr>
            </a:lvl1pPr>
            <a:lvl2pPr marL="228554" indent="0">
              <a:buNone/>
              <a:defRPr>
                <a:solidFill>
                  <a:schemeClr val="bg1"/>
                </a:solidFill>
              </a:defRPr>
            </a:lvl2pPr>
            <a:lvl3pPr marL="457109" indent="0">
              <a:buNone/>
              <a:defRPr>
                <a:solidFill>
                  <a:schemeClr val="bg1"/>
                </a:solidFill>
              </a:defRPr>
            </a:lvl3pPr>
            <a:lvl4pPr marL="685663" indent="0">
              <a:buNone/>
              <a:defRPr>
                <a:solidFill>
                  <a:schemeClr val="bg1"/>
                </a:solidFill>
              </a:defRPr>
            </a:lvl4pPr>
            <a:lvl5pPr marL="914217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Agenda Item</a:t>
            </a:r>
          </a:p>
        </p:txBody>
      </p:sp>
      <p:sp>
        <p:nvSpPr>
          <p:cNvPr id="21" name="Text Placeholder 33">
            <a:extLst>
              <a:ext uri="{FF2B5EF4-FFF2-40B4-BE49-F238E27FC236}">
                <a16:creationId xmlns:a16="http://schemas.microsoft.com/office/drawing/2014/main" id="{A4336BE7-314A-5F51-A8B1-902001CAF71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49540" y="5754866"/>
            <a:ext cx="6956706" cy="282709"/>
          </a:xfrm>
        </p:spPr>
        <p:txBody>
          <a:bodyPr lIns="0" tIns="0" rIns="0" bIns="0" anchor="ctr">
            <a:noAutofit/>
          </a:bodyPr>
          <a:lstStyle>
            <a:lvl1pPr marL="0" marR="0" indent="0" algn="l" defTabSz="914217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T Walsheim Regular" pitchFamily="2" charset="77"/>
                <a:ea typeface="Montserrat Regular"/>
                <a:cs typeface="Montserrat Regular"/>
                <a:sym typeface="Montserrat Regular"/>
              </a:defRPr>
            </a:lvl1pPr>
            <a:lvl2pPr marL="228554" indent="0">
              <a:buNone/>
              <a:defRPr>
                <a:solidFill>
                  <a:schemeClr val="bg1"/>
                </a:solidFill>
              </a:defRPr>
            </a:lvl2pPr>
            <a:lvl3pPr marL="457109" indent="0">
              <a:buNone/>
              <a:defRPr>
                <a:solidFill>
                  <a:schemeClr val="bg1"/>
                </a:solidFill>
              </a:defRPr>
            </a:lvl3pPr>
            <a:lvl4pPr marL="685663" indent="0">
              <a:buNone/>
              <a:defRPr>
                <a:solidFill>
                  <a:schemeClr val="bg1"/>
                </a:solidFill>
              </a:defRPr>
            </a:lvl4pPr>
            <a:lvl5pPr marL="914217" indent="0">
              <a:buNone/>
              <a:defRPr>
                <a:solidFill>
                  <a:schemeClr val="bg1"/>
                </a:solidFill>
              </a:defRPr>
            </a:lvl5pPr>
          </a:lstStyle>
          <a:p>
            <a:r>
              <a:rPr lang="en-US">
                <a:latin typeface="GT Walsheim Regular" pitchFamily="2" charset="77"/>
              </a:rPr>
              <a:t>Lorem ipsum dolor sit </a:t>
            </a:r>
            <a:r>
              <a:rPr lang="en-US" err="1">
                <a:latin typeface="GT Walsheim Regular" pitchFamily="2" charset="77"/>
              </a:rPr>
              <a:t>amet</a:t>
            </a:r>
            <a:r>
              <a:rPr lang="en-US">
                <a:latin typeface="GT Walsheim Regular" pitchFamily="2" charset="77"/>
              </a:rPr>
              <a:t>, </a:t>
            </a:r>
            <a:r>
              <a:rPr lang="en-US" err="1">
                <a:latin typeface="GT Walsheim Regular" pitchFamily="2" charset="77"/>
              </a:rPr>
              <a:t>consectetur</a:t>
            </a:r>
            <a:r>
              <a:rPr lang="en-US">
                <a:latin typeface="GT Walsheim Regular" pitchFamily="2" charset="77"/>
              </a:rPr>
              <a:t> </a:t>
            </a:r>
            <a:r>
              <a:rPr lang="en-US" err="1">
                <a:latin typeface="GT Walsheim Regular" pitchFamily="2" charset="77"/>
              </a:rPr>
              <a:t>adipiscing</a:t>
            </a:r>
            <a:r>
              <a:rPr lang="en-US">
                <a:latin typeface="GT Walsheim Regular" pitchFamily="2" charset="77"/>
              </a:rPr>
              <a:t> </a:t>
            </a:r>
            <a:r>
              <a:rPr lang="en-US" err="1">
                <a:latin typeface="GT Walsheim Regular" pitchFamily="2" charset="77"/>
              </a:rPr>
              <a:t>elit</a:t>
            </a:r>
            <a:r>
              <a:rPr lang="en-US">
                <a:latin typeface="GT Walsheim Regular" pitchFamily="2" charset="77"/>
              </a:rPr>
              <a:t>, sed do </a:t>
            </a:r>
            <a:r>
              <a:rPr lang="en-US" err="1">
                <a:latin typeface="GT Walsheim Regular" pitchFamily="2" charset="77"/>
              </a:rPr>
              <a:t>eiusmod</a:t>
            </a:r>
            <a:r>
              <a:rPr lang="en-US">
                <a:latin typeface="GT Walsheim Regular" pitchFamily="2" charset="77"/>
              </a:rPr>
              <a:t> </a:t>
            </a:r>
            <a:r>
              <a:rPr lang="en-US" err="1">
                <a:latin typeface="GT Walsheim Regular" pitchFamily="2" charset="77"/>
              </a:rPr>
              <a:t>tempor</a:t>
            </a:r>
            <a:r>
              <a:rPr lang="en-US">
                <a:latin typeface="GT Walsheim Regular" pitchFamily="2" charset="77"/>
              </a:rPr>
              <a:t> </a:t>
            </a:r>
            <a:r>
              <a:rPr lang="en-US" err="1">
                <a:latin typeface="GT Walsheim Regular" pitchFamily="2" charset="77"/>
              </a:rPr>
              <a:t>incididunt</a:t>
            </a:r>
            <a:r>
              <a:rPr lang="en-US">
                <a:latin typeface="GT Walsheim Regular" pitchFamily="2" charset="77"/>
              </a:rPr>
              <a:t> </a:t>
            </a:r>
            <a:r>
              <a:rPr lang="en-US" err="1">
                <a:latin typeface="GT Walsheim Regular" pitchFamily="2" charset="77"/>
              </a:rPr>
              <a:t>ut</a:t>
            </a:r>
            <a:r>
              <a:rPr lang="en-US">
                <a:latin typeface="GT Walsheim Regular" pitchFamily="2" charset="77"/>
              </a:rPr>
              <a:t> labore et dolore magna </a:t>
            </a:r>
            <a:r>
              <a:rPr lang="en-US" err="1">
                <a:latin typeface="GT Walsheim Regular" pitchFamily="2" charset="77"/>
              </a:rPr>
              <a:t>aliqua</a:t>
            </a:r>
            <a:r>
              <a:rPr lang="en-US">
                <a:latin typeface="GT Walsheim Regular" pitchFamily="2" charset="77"/>
              </a:rPr>
              <a:t>. At </a:t>
            </a:r>
            <a:r>
              <a:rPr lang="en-US" err="1">
                <a:latin typeface="GT Walsheim Regular" pitchFamily="2" charset="77"/>
              </a:rPr>
              <a:t>varius</a:t>
            </a:r>
            <a:r>
              <a:rPr lang="en-US">
                <a:latin typeface="GT Walsheim Regular" pitchFamily="2" charset="77"/>
              </a:rPr>
              <a:t> vel pharetra vel </a:t>
            </a:r>
            <a:r>
              <a:rPr lang="en-US" err="1">
                <a:latin typeface="GT Walsheim Regular" pitchFamily="2" charset="77"/>
              </a:rPr>
              <a:t>turpis</a:t>
            </a:r>
            <a:r>
              <a:rPr lang="en-US">
                <a:latin typeface="GT Walsheim Regular" pitchFamily="2" charset="77"/>
              </a:rPr>
              <a:t>.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6AD19578-F7BA-5879-2DF5-063F531513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33324"/>
            <a:ext cx="10972800" cy="754032"/>
          </a:xfrm>
        </p:spPr>
        <p:txBody>
          <a:bodyPr anchor="ctr"/>
          <a:lstStyle>
            <a:lvl1pPr>
              <a:defRPr b="0" i="0">
                <a:latin typeface="+mn-lt"/>
              </a:defRPr>
            </a:lvl1pPr>
          </a:lstStyle>
          <a:p>
            <a:r>
              <a:rPr lang="en-US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1182303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35A9210-3F89-537B-A471-B060A6A0635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17271" y="2209980"/>
            <a:ext cx="1387448" cy="1067409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D9D7FFD-9C1C-D7C6-8A57-05B52E912A9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33545" y="1169541"/>
            <a:ext cx="6232633" cy="4521200"/>
          </a:xfrm>
        </p:spPr>
        <p:txBody>
          <a:bodyPr anchor="ctr">
            <a:normAutofit/>
          </a:bodyPr>
          <a:lstStyle>
            <a:lvl1pPr marL="466725" indent="-457200">
              <a:lnSpc>
                <a:spcPct val="100000"/>
              </a:lnSpc>
              <a:buFont typeface="+mj-lt"/>
              <a:buAutoNum type="arabicPeriod"/>
              <a:tabLst/>
              <a:defRPr sz="2500"/>
            </a:lvl1pPr>
            <a:lvl2pPr marL="9525" indent="0">
              <a:buFont typeface="+mj-lt"/>
              <a:buNone/>
              <a:tabLst/>
              <a:defRPr/>
            </a:lvl2pPr>
            <a:lvl3pPr marL="352425" indent="-342900">
              <a:buFont typeface="+mj-lt"/>
              <a:buAutoNum type="arabicPeriod"/>
              <a:tabLst/>
              <a:defRPr/>
            </a:lvl3pPr>
            <a:lvl4pPr marL="352425" indent="-342900">
              <a:buFont typeface="+mj-lt"/>
              <a:buAutoNum type="arabicPeriod"/>
              <a:tabLst/>
              <a:defRPr/>
            </a:lvl4pPr>
            <a:lvl5pPr marL="352425" indent="-342900">
              <a:buFont typeface="+mj-lt"/>
              <a:buAutoNum type="arabicPeriod"/>
              <a:tabLst/>
              <a:defRPr/>
            </a:lvl5pPr>
          </a:lstStyle>
          <a:p>
            <a:pPr lvl="0"/>
            <a:r>
              <a:rPr lang="en-US">
                <a:solidFill>
                  <a:schemeClr val="bg1"/>
                </a:solidFill>
                <a:ea typeface="+mj-ea"/>
                <a:cs typeface="GT Walsheim Regular" pitchFamily="2" charset="77"/>
              </a:rPr>
              <a:t>Use Numbered list to add Agenda Item</a:t>
            </a:r>
          </a:p>
          <a:p>
            <a:pPr lvl="0"/>
            <a:r>
              <a:rPr lang="en-US">
                <a:solidFill>
                  <a:schemeClr val="bg1"/>
                </a:solidFill>
                <a:ea typeface="+mj-ea"/>
                <a:cs typeface="GT Walsheim Regular" pitchFamily="2" charset="77"/>
              </a:rPr>
              <a:t># should be spark blue, copy is white</a:t>
            </a:r>
          </a:p>
          <a:p>
            <a:pPr lvl="0"/>
            <a:r>
              <a:rPr lang="en-US">
                <a:solidFill>
                  <a:schemeClr val="bg1"/>
                </a:solidFill>
                <a:ea typeface="+mj-ea"/>
                <a:cs typeface="GT Walsheim Regular" pitchFamily="2" charset="77"/>
              </a:rPr>
              <a:t>Agenda Item use numbered list</a:t>
            </a:r>
          </a:p>
          <a:p>
            <a:pPr lvl="0"/>
            <a:r>
              <a:rPr lang="en-US">
                <a:solidFill>
                  <a:schemeClr val="bg1"/>
                </a:solidFill>
                <a:ea typeface="+mj-ea"/>
                <a:cs typeface="GT Walsheim Regular" pitchFamily="2" charset="77"/>
              </a:rPr>
              <a:t>Agenda Item use numbered list</a:t>
            </a:r>
          </a:p>
          <a:p>
            <a:pPr lvl="0"/>
            <a:r>
              <a:rPr lang="en-US">
                <a:solidFill>
                  <a:schemeClr val="bg1"/>
                </a:solidFill>
                <a:ea typeface="+mj-ea"/>
                <a:cs typeface="GT Walsheim Regular" pitchFamily="2" charset="77"/>
              </a:rPr>
              <a:t>Agenda Item use numbered list</a:t>
            </a:r>
          </a:p>
          <a:p>
            <a:pPr lvl="0"/>
            <a:r>
              <a:rPr lang="en-US">
                <a:solidFill>
                  <a:schemeClr val="bg1"/>
                </a:solidFill>
                <a:ea typeface="+mj-ea"/>
                <a:cs typeface="GT Walsheim Regular" pitchFamily="2" charset="77"/>
              </a:rPr>
              <a:t>Agenda Item use numbered list</a:t>
            </a:r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AE006E3-E61A-67E6-7E61-C6CF15D77B4D}"/>
              </a:ext>
            </a:extLst>
          </p:cNvPr>
          <p:cNvSpPr txBox="1"/>
          <p:nvPr userDrawn="1"/>
        </p:nvSpPr>
        <p:spPr>
          <a:xfrm>
            <a:off x="720280" y="3333094"/>
            <a:ext cx="382082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0" b="0" i="0" kern="120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Agenda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7261AB4-3504-ACD4-F7B5-5520C4967571}"/>
              </a:ext>
            </a:extLst>
          </p:cNvPr>
          <p:cNvGrpSpPr/>
          <p:nvPr userDrawn="1"/>
        </p:nvGrpSpPr>
        <p:grpSpPr>
          <a:xfrm>
            <a:off x="12381538" y="0"/>
            <a:ext cx="2658292" cy="1122390"/>
            <a:chOff x="12423579" y="-104329"/>
            <a:chExt cx="2658292" cy="1122390"/>
          </a:xfrm>
        </p:grpSpPr>
        <p:pic>
          <p:nvPicPr>
            <p:cNvPr id="3" name="Picture 2" descr="A set of text boxes&#10;&#10;Description automatically generated with medium confidence">
              <a:extLst>
                <a:ext uri="{FF2B5EF4-FFF2-40B4-BE49-F238E27FC236}">
                  <a16:creationId xmlns:a16="http://schemas.microsoft.com/office/drawing/2014/main" id="{EAF40EE6-46E5-95F7-945D-C9E77ED5EF6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12423579" y="-104329"/>
              <a:ext cx="2658292" cy="1122390"/>
            </a:xfrm>
            <a:prstGeom prst="rect">
              <a:avLst/>
            </a:prstGeom>
          </p:spPr>
        </p:pic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F15CB5BE-19D4-0CA2-B687-454CE39DB3AE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13425897" y="218402"/>
              <a:ext cx="326828" cy="264482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331751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96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2664">
          <p15:clr>
            <a:srgbClr val="FBAE40"/>
          </p15:clr>
        </p15:guide>
        <p15:guide id="4" orient="horz" pos="14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b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5453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Off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1924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0F55D-1FBE-5D4C-F028-3E958ED93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>
            <a:lvl1pPr>
              <a:defRPr b="0" i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11002F6-364D-65F1-27DF-3F198B22187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" y="1161072"/>
            <a:ext cx="5487989" cy="365126"/>
          </a:xfrm>
        </p:spPr>
        <p:txBody>
          <a:bodyPr>
            <a:normAutofit/>
          </a:bodyPr>
          <a:lstStyle>
            <a:lvl1pPr marL="0" indent="0">
              <a:buNone/>
              <a:defRPr lang="en-US" sz="1800" b="0" i="0" kern="1200" dirty="0" smtClean="0">
                <a:solidFill>
                  <a:schemeClr val="accent2"/>
                </a:solidFill>
                <a:latin typeface="+mn-lt"/>
                <a:ea typeface="GT Walsheim Regular" pitchFamily="2" charset="77"/>
                <a:cs typeface="GT Walsheim Regular" pitchFamily="2" charset="77"/>
                <a:sym typeface="Montserrat Regular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Subtitle text goes here</a:t>
            </a:r>
          </a:p>
        </p:txBody>
      </p:sp>
    </p:spTree>
    <p:extLst>
      <p:ext uri="{BB962C8B-B14F-4D97-AF65-F5344CB8AC3E}">
        <p14:creationId xmlns:p14="http://schemas.microsoft.com/office/powerpoint/2010/main" val="37077660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Off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B649CCD-6A6E-7889-13D6-B8DD5038C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31547"/>
            <a:ext cx="10972800" cy="936000"/>
          </a:xfrm>
        </p:spPr>
        <p:txBody>
          <a:bodyPr anchor="ctr"/>
          <a:lstStyle>
            <a:lvl1pPr>
              <a:defRPr b="0" i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31B6D6D-1809-4971-8966-3B7ECF1C8A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45643"/>
            <a:ext cx="10972800" cy="5220000"/>
          </a:xfrm>
        </p:spPr>
        <p:txBody>
          <a:bodyPr/>
          <a:lstStyle>
            <a:lvl1pPr>
              <a:defRPr b="0" i="0">
                <a:latin typeface="+mn-lt"/>
              </a:defRPr>
            </a:lvl1pPr>
            <a:lvl2pPr>
              <a:defRPr b="0" i="0">
                <a:latin typeface="+mn-lt"/>
              </a:defRPr>
            </a:lvl2pPr>
            <a:lvl3pPr>
              <a:defRPr b="0" i="0">
                <a:latin typeface="+mn-lt"/>
              </a:defRPr>
            </a:lvl3pPr>
            <a:lvl4pPr>
              <a:defRPr b="0" i="0">
                <a:latin typeface="+mn-lt"/>
              </a:defRPr>
            </a:lvl4pPr>
            <a:lvl5pPr>
              <a:defRPr b="0" i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829082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0F55D-1FBE-5D4C-F028-3E958ED93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FE84E659-4D1D-B58E-9D4D-B007FBEB66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3612" y="3076973"/>
            <a:ext cx="4855725" cy="1762125"/>
          </a:xfr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kumimoji="0" lang="en-US" sz="1500" b="0" i="0" u="none" strike="noStrike" cap="none" spc="29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GT Walsheim Regular" pitchFamily="2" charset="77"/>
                <a:cs typeface="GT Walsheim Regular" pitchFamily="2" charset="77"/>
                <a:sym typeface="Montserrat Regular"/>
              </a:defRPr>
            </a:lvl1pPr>
            <a:lvl2pPr marL="228554" indent="0">
              <a:buNone/>
              <a:defRPr kumimoji="0" lang="en-US" sz="1500" b="0" i="0" u="none" strike="noStrike" cap="none" spc="29" normalizeH="0" baseline="0" dirty="0" smtClean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GT Walsheim Regular" pitchFamily="2" charset="77"/>
                <a:ea typeface="Montserrat Regular"/>
                <a:cs typeface="GT Walsheim Regular" pitchFamily="2" charset="77"/>
                <a:sym typeface="Montserrat Regular"/>
              </a:defRPr>
            </a:lvl2pPr>
            <a:lvl3pPr marL="457109" indent="0">
              <a:buNone/>
              <a:defRPr kumimoji="0" lang="en-US" sz="1500" b="0" i="0" u="none" strike="noStrike" cap="none" spc="29" normalizeH="0" baseline="0" dirty="0" smtClean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GT Walsheim Regular" pitchFamily="2" charset="77"/>
                <a:ea typeface="Montserrat Regular"/>
                <a:cs typeface="GT Walsheim Regular" pitchFamily="2" charset="77"/>
                <a:sym typeface="Montserrat Regular"/>
              </a:defRPr>
            </a:lvl3pPr>
            <a:lvl4pPr marL="685663" indent="0">
              <a:buNone/>
              <a:defRPr kumimoji="0" lang="en-US" sz="1500" b="0" i="0" u="none" strike="noStrike" cap="none" spc="29" normalizeH="0" baseline="0" dirty="0" smtClean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GT Walsheim Regular" pitchFamily="2" charset="77"/>
                <a:ea typeface="Montserrat Regular"/>
                <a:cs typeface="GT Walsheim Regular" pitchFamily="2" charset="77"/>
                <a:sym typeface="Montserrat Regular"/>
              </a:defRPr>
            </a:lvl4pPr>
            <a:lvl5pPr marL="914217" indent="0">
              <a:buNone/>
              <a:defRPr kumimoji="0" lang="en-US" sz="1500" b="0" i="0" u="none" strike="noStrike" cap="none" spc="29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GT Walsheim Regular" pitchFamily="2" charset="77"/>
                <a:ea typeface="Montserrat Regular"/>
                <a:cs typeface="GT Walsheim Regular" pitchFamily="2" charset="77"/>
                <a:sym typeface="Montserrat Regular"/>
              </a:defRPr>
            </a:lvl5pPr>
          </a:lstStyle>
          <a:p>
            <a:r>
              <a:rPr lang="en-US">
                <a:latin typeface="GT Walsheim Regular" pitchFamily="2" charset="77"/>
                <a:cs typeface="GT Walsheim Regular" pitchFamily="2" charset="77"/>
              </a:rPr>
              <a:t>Body Copy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1C41BC3-3AB4-7C5A-5BBF-0182D71BC0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3612" y="1899314"/>
            <a:ext cx="4855725" cy="1131592"/>
          </a:xfrm>
          <a:ln w="25400">
            <a:miter lim="400000"/>
          </a:ln>
        </p:spPr>
        <p:txBody>
          <a:bodyPr tIns="91439" bIns="91439" anchor="t">
            <a:normAutofit/>
          </a:bodyPr>
          <a:lstStyle>
            <a:lvl1pPr marL="0" indent="0">
              <a:buNone/>
              <a:defRPr kumimoji="0" lang="en-US" sz="1950" normalizeH="0" dirty="0">
                <a:ln>
                  <a:noFill/>
                </a:ln>
                <a:effectLst/>
                <a:latin typeface="+mn-lt"/>
                <a:ea typeface="GT Walsheim Regular" pitchFamily="2" charset="77"/>
                <a:sym typeface="IntelOne Display Light"/>
              </a:defRPr>
            </a:lvl1pPr>
          </a:lstStyle>
          <a:p>
            <a:pPr marL="228554" lvl="0" indent="-228554">
              <a:spcBef>
                <a:spcPts val="0"/>
              </a:spcBef>
              <a:buClrTx/>
              <a:buSzTx/>
            </a:pPr>
            <a:r>
              <a:rPr lang="en-US">
                <a:latin typeface="GT Walsheim Regular" pitchFamily="2" charset="77"/>
                <a:cs typeface="GT Walsheim Regular" pitchFamily="2" charset="77"/>
              </a:rPr>
              <a:t>Header Copy</a:t>
            </a:r>
          </a:p>
        </p:txBody>
      </p:sp>
    </p:spTree>
    <p:extLst>
      <p:ext uri="{BB962C8B-B14F-4D97-AF65-F5344CB8AC3E}">
        <p14:creationId xmlns:p14="http://schemas.microsoft.com/office/powerpoint/2010/main" val="19026206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0F55D-1FBE-5D4C-F028-3E958ED93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CEC091-9010-99D1-E80B-529E309989D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330" y="2184721"/>
            <a:ext cx="1892653" cy="1913467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anchor="b">
            <a:noAutofit/>
          </a:bodyPr>
          <a:lstStyle>
            <a:lvl1pPr algn="l">
              <a:defRPr sz="1200"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03E2BCF0-E559-58D9-2210-46D7701ED15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2906697" y="2184721"/>
            <a:ext cx="1892653" cy="1913467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anchor="b">
            <a:noAutofit/>
          </a:bodyPr>
          <a:lstStyle>
            <a:lvl1pPr algn="l">
              <a:defRPr sz="1200"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7F914E50-A0D5-3381-9D6D-313C548640F1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14229" y="2184721"/>
            <a:ext cx="1892653" cy="1913467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anchor="b">
            <a:noAutofit/>
          </a:bodyPr>
          <a:lstStyle>
            <a:lvl1pPr algn="l">
              <a:defRPr sz="1200"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39ED16E5-62A9-97AB-45DF-EAA3B6F26C95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324979" y="2184721"/>
            <a:ext cx="1892653" cy="1913467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anchor="b">
            <a:noAutofit/>
          </a:bodyPr>
          <a:lstStyle>
            <a:lvl1pPr algn="l">
              <a:defRPr sz="1200"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Picture Placeholder 18">
            <a:extLst>
              <a:ext uri="{FF2B5EF4-FFF2-40B4-BE49-F238E27FC236}">
                <a16:creationId xmlns:a16="http://schemas.microsoft.com/office/drawing/2014/main" id="{33C6CF23-449A-7A98-CBD0-B18411CB889B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535728" y="2184721"/>
            <a:ext cx="1892653" cy="1913467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anchor="b">
            <a:noAutofit/>
          </a:bodyPr>
          <a:lstStyle>
            <a:lvl1pPr algn="l">
              <a:defRPr sz="1200"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DEB8CCC5-8BED-AD9D-481D-1E8810A4CB0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69979" y="4097651"/>
            <a:ext cx="1568029" cy="220138"/>
          </a:xfrm>
        </p:spPr>
        <p:txBody>
          <a:bodyPr lIns="0" rIns="0" bIns="0">
            <a:noAutofit/>
          </a:bodyPr>
          <a:lstStyle>
            <a:lvl1pPr marL="0" indent="0">
              <a:buNone/>
              <a:defRPr sz="1300" b="0" i="0">
                <a:solidFill>
                  <a:schemeClr val="bg1"/>
                </a:solidFill>
              </a:defRPr>
            </a:lvl1pPr>
            <a:lvl2pPr marL="228554" indent="0">
              <a:buNone/>
              <a:defRPr sz="550">
                <a:solidFill>
                  <a:schemeClr val="bg1"/>
                </a:solidFill>
              </a:defRPr>
            </a:lvl2pPr>
            <a:lvl3pPr marL="457109" indent="0">
              <a:buNone/>
              <a:defRPr sz="550">
                <a:solidFill>
                  <a:schemeClr val="bg1"/>
                </a:solidFill>
              </a:defRPr>
            </a:lvl3pPr>
            <a:lvl4pPr marL="685663" indent="0">
              <a:buNone/>
              <a:defRPr sz="550">
                <a:solidFill>
                  <a:schemeClr val="bg1"/>
                </a:solidFill>
              </a:defRPr>
            </a:lvl4pPr>
            <a:lvl5pPr marL="914217" indent="0">
              <a:buNone/>
              <a:defRPr sz="5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84E80FD1-CFCF-8A81-A092-35382BE1A30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69979" y="4332213"/>
            <a:ext cx="1568029" cy="220138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850" b="0" i="0">
                <a:solidFill>
                  <a:schemeClr val="bg1"/>
                </a:solidFill>
              </a:defRPr>
            </a:lvl1pPr>
            <a:lvl2pPr marL="228554" indent="0">
              <a:buNone/>
              <a:defRPr sz="550">
                <a:solidFill>
                  <a:schemeClr val="bg1"/>
                </a:solidFill>
              </a:defRPr>
            </a:lvl2pPr>
            <a:lvl3pPr marL="457109" indent="0">
              <a:buNone/>
              <a:defRPr sz="550">
                <a:solidFill>
                  <a:schemeClr val="bg1"/>
                </a:solidFill>
              </a:defRPr>
            </a:lvl3pPr>
            <a:lvl4pPr marL="685663" indent="0">
              <a:buNone/>
              <a:defRPr sz="550">
                <a:solidFill>
                  <a:schemeClr val="bg1"/>
                </a:solidFill>
              </a:defRPr>
            </a:lvl4pPr>
            <a:lvl5pPr marL="914217" indent="0">
              <a:buNone/>
              <a:defRPr sz="5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EE8C3BE4-EBBA-06D7-5901-726C20B472F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045346" y="4097651"/>
            <a:ext cx="1568029" cy="220138"/>
          </a:xfrm>
        </p:spPr>
        <p:txBody>
          <a:bodyPr lIns="0" rIns="0" bIns="0">
            <a:noAutofit/>
          </a:bodyPr>
          <a:lstStyle>
            <a:lvl1pPr marL="0" indent="0">
              <a:buNone/>
              <a:defRPr sz="1300" b="0" i="0">
                <a:solidFill>
                  <a:schemeClr val="bg1"/>
                </a:solidFill>
              </a:defRPr>
            </a:lvl1pPr>
            <a:lvl2pPr marL="228554" indent="0">
              <a:buNone/>
              <a:defRPr sz="550">
                <a:solidFill>
                  <a:schemeClr val="bg1"/>
                </a:solidFill>
              </a:defRPr>
            </a:lvl2pPr>
            <a:lvl3pPr marL="457109" indent="0">
              <a:buNone/>
              <a:defRPr sz="550">
                <a:solidFill>
                  <a:schemeClr val="bg1"/>
                </a:solidFill>
              </a:defRPr>
            </a:lvl3pPr>
            <a:lvl4pPr marL="685663" indent="0">
              <a:buNone/>
              <a:defRPr sz="550">
                <a:solidFill>
                  <a:schemeClr val="bg1"/>
                </a:solidFill>
              </a:defRPr>
            </a:lvl4pPr>
            <a:lvl5pPr marL="914217" indent="0">
              <a:buNone/>
              <a:defRPr sz="5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E0FEE7F7-61E0-E9A9-5F2E-7DAC50E6362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045346" y="4332213"/>
            <a:ext cx="1568029" cy="220138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850" b="0" i="0">
                <a:solidFill>
                  <a:schemeClr val="bg1"/>
                </a:solidFill>
              </a:defRPr>
            </a:lvl1pPr>
            <a:lvl2pPr marL="228554" indent="0">
              <a:buNone/>
              <a:defRPr sz="550">
                <a:solidFill>
                  <a:schemeClr val="bg1"/>
                </a:solidFill>
              </a:defRPr>
            </a:lvl2pPr>
            <a:lvl3pPr marL="457109" indent="0">
              <a:buNone/>
              <a:defRPr sz="550">
                <a:solidFill>
                  <a:schemeClr val="bg1"/>
                </a:solidFill>
              </a:defRPr>
            </a:lvl3pPr>
            <a:lvl4pPr marL="685663" indent="0">
              <a:buNone/>
              <a:defRPr sz="550">
                <a:solidFill>
                  <a:schemeClr val="bg1"/>
                </a:solidFill>
              </a:defRPr>
            </a:lvl4pPr>
            <a:lvl5pPr marL="914217" indent="0">
              <a:buNone/>
              <a:defRPr sz="5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3F2BC9-2FC8-AA33-093B-5CCE9825FCF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52878" y="4097651"/>
            <a:ext cx="1568029" cy="220138"/>
          </a:xfrm>
        </p:spPr>
        <p:txBody>
          <a:bodyPr lIns="0" rIns="0" bIns="0">
            <a:noAutofit/>
          </a:bodyPr>
          <a:lstStyle>
            <a:lvl1pPr marL="0" indent="0">
              <a:buNone/>
              <a:defRPr sz="1300" b="0" i="0">
                <a:solidFill>
                  <a:schemeClr val="bg1"/>
                </a:solidFill>
              </a:defRPr>
            </a:lvl1pPr>
            <a:lvl2pPr marL="228554" indent="0">
              <a:buNone/>
              <a:defRPr sz="550">
                <a:solidFill>
                  <a:schemeClr val="bg1"/>
                </a:solidFill>
              </a:defRPr>
            </a:lvl2pPr>
            <a:lvl3pPr marL="457109" indent="0">
              <a:buNone/>
              <a:defRPr sz="550">
                <a:solidFill>
                  <a:schemeClr val="bg1"/>
                </a:solidFill>
              </a:defRPr>
            </a:lvl3pPr>
            <a:lvl4pPr marL="685663" indent="0">
              <a:buNone/>
              <a:defRPr sz="550">
                <a:solidFill>
                  <a:schemeClr val="bg1"/>
                </a:solidFill>
              </a:defRPr>
            </a:lvl4pPr>
            <a:lvl5pPr marL="914217" indent="0">
              <a:buNone/>
              <a:defRPr sz="5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ED08694F-B42B-7E20-7AA0-09F9EADCF53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52878" y="4332213"/>
            <a:ext cx="1568029" cy="220138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850" b="0" i="0">
                <a:solidFill>
                  <a:schemeClr val="bg1"/>
                </a:solidFill>
              </a:defRPr>
            </a:lvl1pPr>
            <a:lvl2pPr marL="228554" indent="0">
              <a:buNone/>
              <a:defRPr sz="550">
                <a:solidFill>
                  <a:schemeClr val="bg1"/>
                </a:solidFill>
              </a:defRPr>
            </a:lvl2pPr>
            <a:lvl3pPr marL="457109" indent="0">
              <a:buNone/>
              <a:defRPr sz="550">
                <a:solidFill>
                  <a:schemeClr val="bg1"/>
                </a:solidFill>
              </a:defRPr>
            </a:lvl3pPr>
            <a:lvl4pPr marL="685663" indent="0">
              <a:buNone/>
              <a:defRPr sz="550">
                <a:solidFill>
                  <a:schemeClr val="bg1"/>
                </a:solidFill>
              </a:defRPr>
            </a:lvl4pPr>
            <a:lvl5pPr marL="914217" indent="0">
              <a:buNone/>
              <a:defRPr sz="5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9E44D4E7-E4D6-6707-7855-29D1044FC3B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463628" y="4097651"/>
            <a:ext cx="1568029" cy="220138"/>
          </a:xfrm>
        </p:spPr>
        <p:txBody>
          <a:bodyPr lIns="0" rIns="0" bIns="0">
            <a:noAutofit/>
          </a:bodyPr>
          <a:lstStyle>
            <a:lvl1pPr marL="0" indent="0">
              <a:buNone/>
              <a:defRPr sz="1300" b="0" i="0">
                <a:solidFill>
                  <a:schemeClr val="bg1"/>
                </a:solidFill>
              </a:defRPr>
            </a:lvl1pPr>
            <a:lvl2pPr marL="228554" indent="0">
              <a:buNone/>
              <a:defRPr sz="550">
                <a:solidFill>
                  <a:schemeClr val="bg1"/>
                </a:solidFill>
              </a:defRPr>
            </a:lvl2pPr>
            <a:lvl3pPr marL="457109" indent="0">
              <a:buNone/>
              <a:defRPr sz="550">
                <a:solidFill>
                  <a:schemeClr val="bg1"/>
                </a:solidFill>
              </a:defRPr>
            </a:lvl3pPr>
            <a:lvl4pPr marL="685663" indent="0">
              <a:buNone/>
              <a:defRPr sz="550">
                <a:solidFill>
                  <a:schemeClr val="bg1"/>
                </a:solidFill>
              </a:defRPr>
            </a:lvl4pPr>
            <a:lvl5pPr marL="914217" indent="0">
              <a:buNone/>
              <a:defRPr sz="5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E5D7EDC-F8E6-F18F-E7E6-5697048912A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463628" y="4332213"/>
            <a:ext cx="1568029" cy="220138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850" b="0" i="0">
                <a:solidFill>
                  <a:schemeClr val="bg1"/>
                </a:solidFill>
              </a:defRPr>
            </a:lvl1pPr>
            <a:lvl2pPr marL="228554" indent="0">
              <a:buNone/>
              <a:defRPr sz="550">
                <a:solidFill>
                  <a:schemeClr val="bg1"/>
                </a:solidFill>
              </a:defRPr>
            </a:lvl2pPr>
            <a:lvl3pPr marL="457109" indent="0">
              <a:buNone/>
              <a:defRPr sz="550">
                <a:solidFill>
                  <a:schemeClr val="bg1"/>
                </a:solidFill>
              </a:defRPr>
            </a:lvl3pPr>
            <a:lvl4pPr marL="685663" indent="0">
              <a:buNone/>
              <a:defRPr sz="550">
                <a:solidFill>
                  <a:schemeClr val="bg1"/>
                </a:solidFill>
              </a:defRPr>
            </a:lvl4pPr>
            <a:lvl5pPr marL="914217" indent="0">
              <a:buNone/>
              <a:defRPr sz="5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62F880B1-663C-D5A9-20C6-6355F487B25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674377" y="4097651"/>
            <a:ext cx="1568029" cy="220138"/>
          </a:xfrm>
        </p:spPr>
        <p:txBody>
          <a:bodyPr lIns="0" rIns="0" bIns="0">
            <a:noAutofit/>
          </a:bodyPr>
          <a:lstStyle>
            <a:lvl1pPr marL="0" indent="0">
              <a:buNone/>
              <a:defRPr sz="1300" b="0" i="0">
                <a:solidFill>
                  <a:schemeClr val="bg1"/>
                </a:solidFill>
              </a:defRPr>
            </a:lvl1pPr>
            <a:lvl2pPr marL="228554" indent="0">
              <a:buNone/>
              <a:defRPr sz="550">
                <a:solidFill>
                  <a:schemeClr val="bg1"/>
                </a:solidFill>
              </a:defRPr>
            </a:lvl2pPr>
            <a:lvl3pPr marL="457109" indent="0">
              <a:buNone/>
              <a:defRPr sz="550">
                <a:solidFill>
                  <a:schemeClr val="bg1"/>
                </a:solidFill>
              </a:defRPr>
            </a:lvl3pPr>
            <a:lvl4pPr marL="685663" indent="0">
              <a:buNone/>
              <a:defRPr sz="550">
                <a:solidFill>
                  <a:schemeClr val="bg1"/>
                </a:solidFill>
              </a:defRPr>
            </a:lvl4pPr>
            <a:lvl5pPr marL="914217" indent="0">
              <a:buNone/>
              <a:defRPr sz="5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9" name="Text Placeholder 13">
            <a:extLst>
              <a:ext uri="{FF2B5EF4-FFF2-40B4-BE49-F238E27FC236}">
                <a16:creationId xmlns:a16="http://schemas.microsoft.com/office/drawing/2014/main" id="{65A804CA-F791-D689-8521-F4601FBC5E5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674377" y="4332213"/>
            <a:ext cx="1568029" cy="220138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850" b="0" i="0">
                <a:solidFill>
                  <a:schemeClr val="bg1"/>
                </a:solidFill>
              </a:defRPr>
            </a:lvl1pPr>
            <a:lvl2pPr marL="228554" indent="0">
              <a:buNone/>
              <a:defRPr sz="550">
                <a:solidFill>
                  <a:schemeClr val="bg1"/>
                </a:solidFill>
              </a:defRPr>
            </a:lvl2pPr>
            <a:lvl3pPr marL="457109" indent="0">
              <a:buNone/>
              <a:defRPr sz="550">
                <a:solidFill>
                  <a:schemeClr val="bg1"/>
                </a:solidFill>
              </a:defRPr>
            </a:lvl3pPr>
            <a:lvl4pPr marL="685663" indent="0">
              <a:buNone/>
              <a:defRPr sz="550">
                <a:solidFill>
                  <a:schemeClr val="bg1"/>
                </a:solidFill>
              </a:defRPr>
            </a:lvl4pPr>
            <a:lvl5pPr marL="914217" indent="0">
              <a:buNone/>
              <a:defRPr sz="5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1411941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30BD4-642B-0430-E0E8-21538EEB0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>
            <a:lvl1pPr>
              <a:defRPr b="0" i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AD522-9EEE-B8FA-6449-DD5472538B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0" i="0">
                <a:latin typeface="+mn-lt"/>
              </a:defRPr>
            </a:lvl1pPr>
            <a:lvl2pPr>
              <a:defRPr b="0" i="0">
                <a:latin typeface="+mn-lt"/>
              </a:defRPr>
            </a:lvl2pPr>
            <a:lvl3pPr>
              <a:defRPr b="0" i="0">
                <a:latin typeface="+mn-lt"/>
              </a:defRPr>
            </a:lvl3pPr>
            <a:lvl4pPr>
              <a:defRPr b="0" i="0">
                <a:latin typeface="+mn-lt"/>
              </a:defRPr>
            </a:lvl4pPr>
            <a:lvl5pPr>
              <a:defRPr b="0" i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502628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30BD4-642B-0430-E0E8-21538EEB0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>
            <a:lvl1pPr>
              <a:defRPr b="0" i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AD522-9EEE-B8FA-6449-DD5472538B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588796"/>
            <a:ext cx="5415280" cy="4588167"/>
          </a:xfrm>
        </p:spPr>
        <p:txBody>
          <a:bodyPr/>
          <a:lstStyle>
            <a:lvl1pPr>
              <a:defRPr b="0" i="0">
                <a:latin typeface="+mn-lt"/>
              </a:defRPr>
            </a:lvl1pPr>
            <a:lvl2pPr>
              <a:defRPr b="0" i="0">
                <a:latin typeface="+mn-lt"/>
              </a:defRPr>
            </a:lvl2pPr>
            <a:lvl3pPr>
              <a:defRPr b="0" i="0">
                <a:latin typeface="+mn-lt"/>
              </a:defRPr>
            </a:lvl3pPr>
            <a:lvl4pPr>
              <a:defRPr b="0" i="0">
                <a:latin typeface="+mn-lt"/>
              </a:defRPr>
            </a:lvl4pPr>
            <a:lvl5pPr>
              <a:defRPr b="0" i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C639E66-2B3D-F018-FFFC-2B4A2DC11F6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167120" y="1588795"/>
            <a:ext cx="5415280" cy="4588167"/>
          </a:xfrm>
        </p:spPr>
        <p:txBody>
          <a:bodyPr/>
          <a:lstStyle>
            <a:lvl1pPr>
              <a:defRPr b="0" i="0">
                <a:latin typeface="+mn-lt"/>
              </a:defRPr>
            </a:lvl1pPr>
            <a:lvl2pPr>
              <a:defRPr b="0" i="0">
                <a:latin typeface="+mn-lt"/>
              </a:defRPr>
            </a:lvl2pPr>
            <a:lvl3pPr>
              <a:defRPr b="0" i="0">
                <a:latin typeface="+mn-lt"/>
              </a:defRPr>
            </a:lvl3pPr>
            <a:lvl4pPr>
              <a:defRPr b="0" i="0">
                <a:latin typeface="+mn-lt"/>
              </a:defRPr>
            </a:lvl4pPr>
            <a:lvl5pPr>
              <a:defRPr b="0" i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364498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30BD4-642B-0430-E0E8-21538EEB0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26955"/>
            <a:ext cx="10972800" cy="1380853"/>
          </a:xfrm>
        </p:spPr>
        <p:txBody>
          <a:bodyPr anchor="ctr"/>
          <a:lstStyle>
            <a:lvl1pPr>
              <a:defRPr b="0" i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AD522-9EEE-B8FA-6449-DD5472538B7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588796"/>
            <a:ext cx="3599145" cy="4588167"/>
          </a:xfrm>
        </p:spPr>
        <p:txBody>
          <a:bodyPr>
            <a:normAutofit/>
          </a:bodyPr>
          <a:lstStyle>
            <a:lvl1pPr marL="11113" indent="0">
              <a:buNone/>
              <a:tabLst/>
              <a:defRPr sz="2000" b="0" i="0">
                <a:solidFill>
                  <a:schemeClr val="accent2"/>
                </a:solidFill>
                <a:latin typeface="+mn-lt"/>
              </a:defRPr>
            </a:lvl1pPr>
            <a:lvl2pPr marL="11113" indent="0">
              <a:buNone/>
              <a:tabLst/>
              <a:defRPr sz="2000" b="0" i="0">
                <a:solidFill>
                  <a:schemeClr val="accent2"/>
                </a:solidFill>
                <a:latin typeface="+mn-lt"/>
              </a:defRPr>
            </a:lvl2pPr>
            <a:lvl3pPr marL="11113" indent="0">
              <a:buNone/>
              <a:tabLst/>
              <a:defRPr sz="2000" b="0" i="0">
                <a:solidFill>
                  <a:schemeClr val="accent2"/>
                </a:solidFill>
                <a:latin typeface="+mn-lt"/>
              </a:defRPr>
            </a:lvl3pPr>
            <a:lvl4pPr marL="11113" indent="0">
              <a:buNone/>
              <a:tabLst/>
              <a:defRPr sz="2000" b="0" i="0">
                <a:solidFill>
                  <a:schemeClr val="accent2"/>
                </a:solidFill>
                <a:latin typeface="+mn-lt"/>
              </a:defRPr>
            </a:lvl4pPr>
            <a:lvl5pPr marL="11113" indent="0">
              <a:buNone/>
              <a:tabLst/>
              <a:defRPr sz="2000" b="0" i="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0BFA785-179E-6E48-01D6-BC6F4D99C3B1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296428" y="1588796"/>
            <a:ext cx="3599145" cy="4588167"/>
          </a:xfrm>
        </p:spPr>
        <p:txBody>
          <a:bodyPr>
            <a:normAutofit/>
          </a:bodyPr>
          <a:lstStyle>
            <a:lvl1pPr marL="11113" indent="0">
              <a:buNone/>
              <a:tabLst/>
              <a:defRPr sz="2000" b="0" i="0">
                <a:solidFill>
                  <a:schemeClr val="accent2"/>
                </a:solidFill>
                <a:latin typeface="+mn-lt"/>
              </a:defRPr>
            </a:lvl1pPr>
            <a:lvl2pPr marL="11113" indent="0">
              <a:buNone/>
              <a:tabLst/>
              <a:defRPr sz="2000" b="0" i="0">
                <a:solidFill>
                  <a:schemeClr val="accent2"/>
                </a:solidFill>
                <a:latin typeface="+mn-lt"/>
              </a:defRPr>
            </a:lvl2pPr>
            <a:lvl3pPr marL="11113" indent="0">
              <a:buNone/>
              <a:tabLst/>
              <a:defRPr sz="2000" b="0" i="0">
                <a:solidFill>
                  <a:schemeClr val="accent2"/>
                </a:solidFill>
                <a:latin typeface="+mn-lt"/>
              </a:defRPr>
            </a:lvl3pPr>
            <a:lvl4pPr marL="11113" indent="0">
              <a:buNone/>
              <a:tabLst/>
              <a:defRPr sz="2000" b="0" i="0">
                <a:solidFill>
                  <a:schemeClr val="accent2"/>
                </a:solidFill>
                <a:latin typeface="+mn-lt"/>
              </a:defRPr>
            </a:lvl4pPr>
            <a:lvl5pPr marL="11113" indent="0">
              <a:buNone/>
              <a:tabLst/>
              <a:defRPr sz="2000" b="0" i="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7515D28D-4DCB-02BA-01C7-13826FF27A21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7983255" y="1588796"/>
            <a:ext cx="3599145" cy="4588167"/>
          </a:xfrm>
        </p:spPr>
        <p:txBody>
          <a:bodyPr>
            <a:normAutofit/>
          </a:bodyPr>
          <a:lstStyle>
            <a:lvl1pPr marL="11113" indent="0">
              <a:buNone/>
              <a:tabLst/>
              <a:defRPr sz="2000" b="0" i="0">
                <a:solidFill>
                  <a:schemeClr val="accent2"/>
                </a:solidFill>
                <a:latin typeface="+mn-lt"/>
              </a:defRPr>
            </a:lvl1pPr>
            <a:lvl2pPr marL="11113" indent="0">
              <a:buNone/>
              <a:tabLst/>
              <a:defRPr sz="2000" b="0" i="0">
                <a:solidFill>
                  <a:schemeClr val="accent2"/>
                </a:solidFill>
                <a:latin typeface="+mn-lt"/>
              </a:defRPr>
            </a:lvl2pPr>
            <a:lvl3pPr marL="11113" indent="0">
              <a:buNone/>
              <a:tabLst/>
              <a:defRPr sz="2000" b="0" i="0">
                <a:solidFill>
                  <a:schemeClr val="accent2"/>
                </a:solidFill>
                <a:latin typeface="+mn-lt"/>
              </a:defRPr>
            </a:lvl3pPr>
            <a:lvl4pPr marL="11113" indent="0">
              <a:buNone/>
              <a:tabLst/>
              <a:defRPr sz="2000" b="0" i="0">
                <a:solidFill>
                  <a:schemeClr val="accent2"/>
                </a:solidFill>
                <a:latin typeface="+mn-lt"/>
              </a:defRPr>
            </a:lvl4pPr>
            <a:lvl5pPr marL="11113" indent="0">
              <a:buNone/>
              <a:tabLst/>
              <a:defRPr sz="2000" b="0" i="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52053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ick to edit title style">
            <a:extLst>
              <a:ext uri="{FF2B5EF4-FFF2-40B4-BE49-F238E27FC236}">
                <a16:creationId xmlns:a16="http://schemas.microsoft.com/office/drawing/2014/main" id="{9986522A-20AF-B564-CA04-44F215B2317A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605387" y="2829089"/>
            <a:ext cx="10969236" cy="119982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5999">
                <a:latin typeface="+mn-lt"/>
                <a:ea typeface="GT Walsheim Regular" pitchFamily="2" charset="77"/>
                <a:cs typeface="GT Walsheim Regular" pitchFamily="2" charset="77"/>
                <a:sym typeface="GTWalsheim-Regular"/>
              </a:defRPr>
            </a:lvl1pPr>
          </a:lstStyle>
          <a:p>
            <a:r>
              <a:t>Click to edit title style</a:t>
            </a:r>
          </a:p>
        </p:txBody>
      </p:sp>
    </p:spTree>
    <p:extLst>
      <p:ext uri="{BB962C8B-B14F-4D97-AF65-F5344CB8AC3E}">
        <p14:creationId xmlns:p14="http://schemas.microsoft.com/office/powerpoint/2010/main" val="21688602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150EF9A-153B-5BD7-6912-E9CF91B2C4AC}"/>
              </a:ext>
            </a:extLst>
          </p:cNvPr>
          <p:cNvSpPr txBox="1">
            <a:spLocks noGrp="1"/>
          </p:cNvSpPr>
          <p:nvPr>
            <p:ph type="body" sz="half" idx="21"/>
          </p:nvPr>
        </p:nvSpPr>
        <p:spPr>
          <a:xfrm>
            <a:off x="614202" y="2119744"/>
            <a:ext cx="10968356" cy="2618513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0"/>
              </a:spcBef>
              <a:buClrTx/>
              <a:buSzTx/>
              <a:buFontTx/>
              <a:buNone/>
              <a:defRPr sz="5999">
                <a:latin typeface="+mn-lt"/>
                <a:ea typeface="GT Walsheim Regular" pitchFamily="2" charset="77"/>
                <a:cs typeface="GT Walsheim Regular" pitchFamily="2" charset="77"/>
                <a:sym typeface="GTWalsheim-Regular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04391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5FB51DC2-0F18-6E79-E1C1-281F0A8744C3}"/>
              </a:ext>
            </a:extLst>
          </p:cNvPr>
          <p:cNvSpPr txBox="1"/>
          <p:nvPr userDrawn="1"/>
        </p:nvSpPr>
        <p:spPr>
          <a:xfrm>
            <a:off x="5619453" y="630482"/>
            <a:ext cx="1463633" cy="2784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l" defTabSz="228554" rtl="0" eaLnBrk="1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sz="17497" b="0" i="0" kern="1200">
                <a:solidFill>
                  <a:schemeClr val="accent2"/>
                </a:solidFill>
                <a:latin typeface="GT Walsheim Regular" pitchFamily="2" charset="77"/>
                <a:cs typeface="Arial"/>
                <a:sym typeface="Arial"/>
              </a:rPr>
              <a:t>“</a:t>
            </a:r>
          </a:p>
        </p:txBody>
      </p:sp>
      <p:sp>
        <p:nvSpPr>
          <p:cNvPr id="5" name="Lorem ipsum dolor sit amet, consectetur adipiscing elit, sed do eiusmod tempor incididunt ut labore et dolore magna aliqua. Ut enim ad minim veniam, quis nostrud exercitation">
            <a:extLst>
              <a:ext uri="{FF2B5EF4-FFF2-40B4-BE49-F238E27FC236}">
                <a16:creationId xmlns:a16="http://schemas.microsoft.com/office/drawing/2014/main" id="{64759A2C-6C75-DD6E-FE74-A695D054E154}"/>
              </a:ext>
            </a:extLst>
          </p:cNvPr>
          <p:cNvSpPr txBox="1">
            <a:spLocks noGrp="1"/>
          </p:cNvSpPr>
          <p:nvPr>
            <p:ph type="body" sz="half" idx="22"/>
          </p:nvPr>
        </p:nvSpPr>
        <p:spPr>
          <a:xfrm>
            <a:off x="2320443" y="1892418"/>
            <a:ext cx="7547939" cy="551241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 defTabSz="228554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2982">
                <a:latin typeface="+mn-lt"/>
                <a:ea typeface="GT Walsheim Regular" pitchFamily="2" charset="77"/>
                <a:cs typeface="GT Walsheim Regular" pitchFamily="2" charset="77"/>
                <a:sym typeface="GTWalsheim-Regular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0331835-7C06-D212-761A-21C997558D6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623389" y="5553741"/>
            <a:ext cx="1089988" cy="33561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8F3760E-4BBE-C5FC-3E28-0F5A98C02D63}"/>
              </a:ext>
            </a:extLst>
          </p:cNvPr>
          <p:cNvSpPr/>
          <p:nvPr userDrawn="1"/>
        </p:nvSpPr>
        <p:spPr>
          <a:xfrm>
            <a:off x="0" y="6291470"/>
            <a:ext cx="1123122" cy="5665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1719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“">
            <a:extLst>
              <a:ext uri="{FF2B5EF4-FFF2-40B4-BE49-F238E27FC236}">
                <a16:creationId xmlns:a16="http://schemas.microsoft.com/office/drawing/2014/main" id="{6BFF9B80-FB08-E03B-EB4C-75D7DD5C5FD0}"/>
              </a:ext>
            </a:extLst>
          </p:cNvPr>
          <p:cNvSpPr txBox="1"/>
          <p:nvPr userDrawn="1"/>
        </p:nvSpPr>
        <p:spPr>
          <a:xfrm>
            <a:off x="1928750" y="1085332"/>
            <a:ext cx="1658021" cy="3938746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tIns="45708" bIns="45708">
            <a:spAutoFit/>
          </a:bodyPr>
          <a:lstStyle>
            <a:lvl1pPr defTabSz="457200">
              <a:defRPr sz="5000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sz="24995" b="0" i="0">
                <a:solidFill>
                  <a:schemeClr val="accent2"/>
                </a:solidFill>
                <a:latin typeface="GT Walsheim Regular" pitchFamily="2" charset="77"/>
              </a:rPr>
              <a:t>“</a:t>
            </a:r>
          </a:p>
        </p:txBody>
      </p:sp>
      <p:sp>
        <p:nvSpPr>
          <p:cNvPr id="7" name="Lorem ipsum dolor sit amet, consectetur adipiscing elit, sed do eiusmod tempor incididunt ut labore et dolore magna aliqua. Ut enim ad minim veniam, quis nostrud exercitation">
            <a:extLst>
              <a:ext uri="{FF2B5EF4-FFF2-40B4-BE49-F238E27FC236}">
                <a16:creationId xmlns:a16="http://schemas.microsoft.com/office/drawing/2014/main" id="{9A1E4087-1D4F-48E5-9629-DF4A6F698311}"/>
              </a:ext>
            </a:extLst>
          </p:cNvPr>
          <p:cNvSpPr txBox="1">
            <a:spLocks noGrp="1"/>
          </p:cNvSpPr>
          <p:nvPr>
            <p:ph type="body" sz="half" idx="21"/>
          </p:nvPr>
        </p:nvSpPr>
        <p:spPr>
          <a:xfrm>
            <a:off x="2604214" y="1965443"/>
            <a:ext cx="7727004" cy="551241"/>
          </a:xfrm>
          <a:prstGeom prst="rect">
            <a:avLst/>
          </a:prstGeom>
        </p:spPr>
        <p:txBody>
          <a:bodyPr>
            <a:spAutoFit/>
          </a:bodyPr>
          <a:lstStyle>
            <a:lvl1pPr marL="0" indent="0" defTabSz="228554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2982">
                <a:latin typeface="+mn-lt"/>
                <a:ea typeface="GT Walsheim Regular" pitchFamily="2" charset="77"/>
                <a:cs typeface="GT Walsheim Regular" pitchFamily="2" charset="77"/>
                <a:sym typeface="GTWalsheim-Regular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“">
            <a:extLst>
              <a:ext uri="{FF2B5EF4-FFF2-40B4-BE49-F238E27FC236}">
                <a16:creationId xmlns:a16="http://schemas.microsoft.com/office/drawing/2014/main" id="{76DB2CA4-0946-9AC1-7DB2-EF9F282EC762}"/>
              </a:ext>
            </a:extLst>
          </p:cNvPr>
          <p:cNvSpPr txBox="1"/>
          <p:nvPr userDrawn="1"/>
        </p:nvSpPr>
        <p:spPr>
          <a:xfrm rot="10800000">
            <a:off x="8143781" y="1085729"/>
            <a:ext cx="1658021" cy="3938746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tIns="45708" bIns="45708">
            <a:spAutoFit/>
          </a:bodyPr>
          <a:lstStyle>
            <a:lvl1pPr defTabSz="457200">
              <a:defRPr sz="5000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sz="24995" b="0" i="0">
                <a:solidFill>
                  <a:schemeClr val="accent2"/>
                </a:solidFill>
                <a:latin typeface="GT Walsheim Regular" pitchFamily="2" charset="77"/>
              </a:rPr>
              <a:t>“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0DF003-A7D9-AB45-E348-5002B2E5B6A8}"/>
              </a:ext>
            </a:extLst>
          </p:cNvPr>
          <p:cNvSpPr/>
          <p:nvPr userDrawn="1"/>
        </p:nvSpPr>
        <p:spPr>
          <a:xfrm>
            <a:off x="0" y="6291470"/>
            <a:ext cx="1123122" cy="5665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F97D874-6C2A-F95B-C779-33BDC5DD91C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623389" y="5553741"/>
            <a:ext cx="1089988" cy="335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316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B1C17739-91A8-A513-96B8-3D87068521A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412110" y="0"/>
            <a:ext cx="6776715" cy="6858000"/>
          </a:xfrm>
        </p:spPr>
        <p:txBody>
          <a:bodyPr/>
          <a:lstStyle>
            <a:lvl1pPr>
              <a:defRPr b="0" i="0"/>
            </a:lvl1pPr>
          </a:lstStyle>
          <a:p>
            <a:r>
              <a:rPr lang="en-US"/>
              <a:t>Drop Image Here then send to back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10F55D-1FBE-5D4C-F028-3E958ED93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68960"/>
            <a:ext cx="4114800" cy="938848"/>
          </a:xfrm>
        </p:spPr>
        <p:txBody>
          <a:bodyPr anchor="ctr"/>
          <a:lstStyle>
            <a:lvl1pPr>
              <a:defRPr b="0" i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7059D4E-547E-F859-CC22-4D3943079F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588796"/>
            <a:ext cx="4114800" cy="4588167"/>
          </a:xfrm>
        </p:spPr>
        <p:txBody>
          <a:bodyPr/>
          <a:lstStyle>
            <a:lvl1pPr>
              <a:defRPr b="0" i="0">
                <a:latin typeface="+mn-lt"/>
              </a:defRPr>
            </a:lvl1pPr>
            <a:lvl2pPr>
              <a:defRPr b="0" i="0">
                <a:latin typeface="+mn-lt"/>
              </a:defRPr>
            </a:lvl2pPr>
            <a:lvl3pPr>
              <a:defRPr b="0" i="0">
                <a:latin typeface="+mn-lt"/>
              </a:defRPr>
            </a:lvl3pPr>
            <a:lvl4pPr>
              <a:defRPr b="0" i="0">
                <a:latin typeface="+mn-lt"/>
              </a:defRPr>
            </a:lvl4pPr>
            <a:lvl5pPr>
              <a:defRPr b="0" i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riangle">
            <a:extLst>
              <a:ext uri="{FF2B5EF4-FFF2-40B4-BE49-F238E27FC236}">
                <a16:creationId xmlns:a16="http://schemas.microsoft.com/office/drawing/2014/main" id="{159D61C9-6DD5-899E-78D7-FEB9BBECCCC3}"/>
              </a:ext>
            </a:extLst>
          </p:cNvPr>
          <p:cNvSpPr/>
          <p:nvPr userDrawn="1"/>
        </p:nvSpPr>
        <p:spPr>
          <a:xfrm rot="16200000" flipH="1">
            <a:off x="10889615" y="-25749"/>
            <a:ext cx="1323012" cy="13230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tIns="45708" bIns="45708" anchor="ctr"/>
          <a:lstStyle/>
          <a:p>
            <a:endParaRPr sz="900">
              <a:latin typeface="GT Walsheim Regular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9338228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0F55D-1FBE-5D4C-F028-3E958ED93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31546"/>
            <a:ext cx="10972800" cy="1357587"/>
          </a:xfrm>
        </p:spPr>
        <p:txBody>
          <a:bodyPr anchor="ctr"/>
          <a:lstStyle>
            <a:lvl1pPr>
              <a:defRPr b="0" i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43A3BB1F-9308-A217-F39F-D7A70208AA47}"/>
              </a:ext>
            </a:extLst>
          </p:cNvPr>
          <p:cNvSpPr>
            <a:spLocks noGrp="1"/>
          </p:cNvSpPr>
          <p:nvPr>
            <p:ph type="pic" sz="half" idx="22"/>
          </p:nvPr>
        </p:nvSpPr>
        <p:spPr>
          <a:xfrm>
            <a:off x="7138558" y="1496350"/>
            <a:ext cx="4443842" cy="4719785"/>
          </a:xfrm>
          <a:prstGeom prst="rect">
            <a:avLst/>
          </a:prstGeom>
          <a:ln w="12700"/>
        </p:spPr>
        <p:txBody>
          <a:bodyPr tIns="45719" bIns="45719">
            <a:noAutofit/>
          </a:bodyPr>
          <a:lstStyle>
            <a:lvl1pPr>
              <a:defRPr b="0" i="0">
                <a:latin typeface="+mn-lt"/>
                <a:cs typeface="GT Walsheim Regular" pitchFamily="2" charset="77"/>
              </a:defRPr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EB7B495-B198-CDC7-55EF-026AA4518DE6}"/>
              </a:ext>
            </a:extLst>
          </p:cNvPr>
          <p:cNvSpPr>
            <a:spLocks noGrp="1"/>
          </p:cNvSpPr>
          <p:nvPr>
            <p:ph idx="23"/>
          </p:nvPr>
        </p:nvSpPr>
        <p:spPr>
          <a:xfrm>
            <a:off x="623455" y="1496350"/>
            <a:ext cx="6439280" cy="4712568"/>
          </a:xfrm>
        </p:spPr>
        <p:txBody>
          <a:bodyPr/>
          <a:lstStyle>
            <a:lvl1pPr>
              <a:defRPr b="0" i="0">
                <a:latin typeface="+mn-lt"/>
              </a:defRPr>
            </a:lvl1pPr>
            <a:lvl2pPr>
              <a:defRPr b="0" i="0">
                <a:latin typeface="+mn-lt"/>
              </a:defRPr>
            </a:lvl2pPr>
            <a:lvl3pPr>
              <a:defRPr b="0" i="0">
                <a:latin typeface="+mn-lt"/>
              </a:defRPr>
            </a:lvl3pPr>
            <a:lvl4pPr>
              <a:defRPr b="0" i="0">
                <a:latin typeface="+mn-lt"/>
              </a:defRPr>
            </a:lvl4pPr>
            <a:lvl5pPr>
              <a:defRPr b="0" i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2386282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Sta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356;p51">
            <a:extLst>
              <a:ext uri="{FF2B5EF4-FFF2-40B4-BE49-F238E27FC236}">
                <a16:creationId xmlns:a16="http://schemas.microsoft.com/office/drawing/2014/main" id="{8DBEF3BC-BB6E-80CD-84A9-D092DCAB0173}"/>
              </a:ext>
            </a:extLst>
          </p:cNvPr>
          <p:cNvSpPr/>
          <p:nvPr userDrawn="1"/>
        </p:nvSpPr>
        <p:spPr>
          <a:xfrm>
            <a:off x="-1702" y="4067502"/>
            <a:ext cx="12192228" cy="2816374"/>
          </a:xfrm>
          <a:prstGeom prst="rect">
            <a:avLst/>
          </a:prstGeom>
          <a:solidFill>
            <a:srgbClr val="000000">
              <a:alpha val="15053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1218956"/>
            <a:endParaRPr sz="900" b="0" i="0">
              <a:latin typeface="GT Walsheim Regular" pitchFamily="2" charset="77"/>
            </a:endParaRPr>
          </a:p>
        </p:txBody>
      </p:sp>
      <p:sp>
        <p:nvSpPr>
          <p:cNvPr id="10" name="Google Shape;360;p51">
            <a:extLst>
              <a:ext uri="{FF2B5EF4-FFF2-40B4-BE49-F238E27FC236}">
                <a16:creationId xmlns:a16="http://schemas.microsoft.com/office/drawing/2014/main" id="{9A712E42-8EEA-0570-ADCF-1E7F42BBDFDA}"/>
              </a:ext>
            </a:extLst>
          </p:cNvPr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135162" y="4274331"/>
            <a:ext cx="2847659" cy="1000146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ctr" defTabSz="1218956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6499">
                <a:solidFill>
                  <a:schemeClr val="accent2"/>
                </a:solidFill>
                <a:latin typeface="+mn-lt"/>
                <a:ea typeface="GT Walsheim Regular" pitchFamily="2" charset="77"/>
                <a:cs typeface="GT Walsheim Regular" pitchFamily="2" charset="77"/>
                <a:sym typeface="GTWalsheim-Regular"/>
              </a:defRPr>
            </a:lvl1pPr>
          </a:lstStyle>
          <a:p>
            <a:pPr lvl="0"/>
            <a:r>
              <a:rPr lang="en-US"/>
              <a:t>Stat</a:t>
            </a:r>
          </a:p>
        </p:txBody>
      </p:sp>
      <p:sp>
        <p:nvSpPr>
          <p:cNvPr id="11" name="Google Shape;361;p51">
            <a:extLst>
              <a:ext uri="{FF2B5EF4-FFF2-40B4-BE49-F238E27FC236}">
                <a16:creationId xmlns:a16="http://schemas.microsoft.com/office/drawing/2014/main" id="{F80B87C0-DE1F-1FBD-00F0-1DF528CA3F70}"/>
              </a:ext>
            </a:extLst>
          </p:cNvPr>
          <p:cNvSpPr txBox="1">
            <a:spLocks noGrp="1"/>
          </p:cNvSpPr>
          <p:nvPr>
            <p:ph type="body" sz="quarter" idx="23"/>
          </p:nvPr>
        </p:nvSpPr>
        <p:spPr>
          <a:xfrm>
            <a:off x="1135162" y="5281931"/>
            <a:ext cx="2847659" cy="27699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ctr" defTabSz="1218956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>
                <a:latin typeface="+mn-lt"/>
                <a:ea typeface="GT Walsheim Regular" pitchFamily="2" charset="77"/>
                <a:cs typeface="GT Walsheim Regular" pitchFamily="2" charset="77"/>
                <a:sym typeface="GTWalsheim-Regular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Google Shape;362;p51">
            <a:extLst>
              <a:ext uri="{FF2B5EF4-FFF2-40B4-BE49-F238E27FC236}">
                <a16:creationId xmlns:a16="http://schemas.microsoft.com/office/drawing/2014/main" id="{9776FB99-1A48-36C6-72A0-858734FB7BDD}"/>
              </a:ext>
            </a:extLst>
          </p:cNvPr>
          <p:cNvSpPr txBox="1">
            <a:spLocks noGrp="1"/>
          </p:cNvSpPr>
          <p:nvPr>
            <p:ph type="body" sz="quarter" idx="24"/>
          </p:nvPr>
        </p:nvSpPr>
        <p:spPr>
          <a:xfrm>
            <a:off x="1135162" y="5701831"/>
            <a:ext cx="2847659" cy="15388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ctr" defTabSz="1218956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000">
                <a:latin typeface="+mn-lt"/>
                <a:ea typeface="GT Walsheim Regular" pitchFamily="2" charset="77"/>
                <a:cs typeface="GT Walsheim Regular" pitchFamily="2" charset="77"/>
                <a:sym typeface="GTWalsheim-Regular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Google Shape;363;p51">
            <a:extLst>
              <a:ext uri="{FF2B5EF4-FFF2-40B4-BE49-F238E27FC236}">
                <a16:creationId xmlns:a16="http://schemas.microsoft.com/office/drawing/2014/main" id="{1F2FB0C0-C592-750E-46A2-0B8A6D9212FA}"/>
              </a:ext>
            </a:extLst>
          </p:cNvPr>
          <p:cNvSpPr txBox="1">
            <a:spLocks noGrp="1"/>
          </p:cNvSpPr>
          <p:nvPr>
            <p:ph type="body" sz="quarter" idx="25"/>
          </p:nvPr>
        </p:nvSpPr>
        <p:spPr>
          <a:xfrm>
            <a:off x="4670583" y="5281831"/>
            <a:ext cx="2847659" cy="27699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ctr" defTabSz="1218956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>
                <a:latin typeface="+mn-lt"/>
                <a:ea typeface="GT Walsheim Regular" pitchFamily="2" charset="77"/>
                <a:cs typeface="GT Walsheim Regular" pitchFamily="2" charset="77"/>
                <a:sym typeface="GTWalsheim-Regular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Google Shape;364;p51">
            <a:extLst>
              <a:ext uri="{FF2B5EF4-FFF2-40B4-BE49-F238E27FC236}">
                <a16:creationId xmlns:a16="http://schemas.microsoft.com/office/drawing/2014/main" id="{1D950FE9-B567-10CD-4BC2-B3201EEF111A}"/>
              </a:ext>
            </a:extLst>
          </p:cNvPr>
          <p:cNvSpPr txBox="1">
            <a:spLocks noGrp="1"/>
          </p:cNvSpPr>
          <p:nvPr>
            <p:ph type="body" sz="quarter" idx="26"/>
          </p:nvPr>
        </p:nvSpPr>
        <p:spPr>
          <a:xfrm>
            <a:off x="4670583" y="5701731"/>
            <a:ext cx="2847659" cy="15388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ctr" defTabSz="1218956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000">
                <a:latin typeface="+mn-lt"/>
                <a:ea typeface="GT Walsheim Regular" pitchFamily="2" charset="77"/>
                <a:cs typeface="GT Walsheim Regular" pitchFamily="2" charset="77"/>
                <a:sym typeface="GTWalsheim-Regular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Google Shape;367;p51">
            <a:extLst>
              <a:ext uri="{FF2B5EF4-FFF2-40B4-BE49-F238E27FC236}">
                <a16:creationId xmlns:a16="http://schemas.microsoft.com/office/drawing/2014/main" id="{2B6D598C-4FAD-ABF8-A2CB-95FDBBA3F615}"/>
              </a:ext>
            </a:extLst>
          </p:cNvPr>
          <p:cNvSpPr txBox="1">
            <a:spLocks noGrp="1"/>
          </p:cNvSpPr>
          <p:nvPr>
            <p:ph type="body" sz="quarter" idx="27" hasCustomPrompt="1"/>
          </p:nvPr>
        </p:nvSpPr>
        <p:spPr>
          <a:xfrm>
            <a:off x="4670583" y="4274431"/>
            <a:ext cx="2847659" cy="1000146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ctr" defTabSz="1218956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6499">
                <a:solidFill>
                  <a:schemeClr val="accent2"/>
                </a:solidFill>
                <a:latin typeface="+mn-lt"/>
                <a:ea typeface="GT Walsheim Regular" pitchFamily="2" charset="77"/>
                <a:cs typeface="GT Walsheim Regular" pitchFamily="2" charset="77"/>
                <a:sym typeface="GTWalsheim-Regular"/>
              </a:defRPr>
            </a:lvl1pPr>
          </a:lstStyle>
          <a:p>
            <a:pPr lvl="0"/>
            <a:r>
              <a:rPr lang="en-US"/>
              <a:t>Stat</a:t>
            </a:r>
          </a:p>
        </p:txBody>
      </p:sp>
      <p:sp>
        <p:nvSpPr>
          <p:cNvPr id="16" name="Google Shape;365;p51">
            <a:extLst>
              <a:ext uri="{FF2B5EF4-FFF2-40B4-BE49-F238E27FC236}">
                <a16:creationId xmlns:a16="http://schemas.microsoft.com/office/drawing/2014/main" id="{5EEA95C8-8B81-DBC2-5FC9-9B14E781E7CA}"/>
              </a:ext>
            </a:extLst>
          </p:cNvPr>
          <p:cNvSpPr txBox="1">
            <a:spLocks noGrp="1"/>
          </p:cNvSpPr>
          <p:nvPr>
            <p:ph type="body" sz="quarter" idx="28"/>
          </p:nvPr>
        </p:nvSpPr>
        <p:spPr>
          <a:xfrm>
            <a:off x="8206004" y="5281731"/>
            <a:ext cx="2847659" cy="27699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ctr" defTabSz="1218956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>
                <a:latin typeface="+mn-lt"/>
                <a:ea typeface="GT Walsheim Regular" pitchFamily="2" charset="77"/>
                <a:cs typeface="GT Walsheim Regular" pitchFamily="2" charset="77"/>
                <a:sym typeface="GTWalsheim-Regular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Google Shape;366;p51">
            <a:extLst>
              <a:ext uri="{FF2B5EF4-FFF2-40B4-BE49-F238E27FC236}">
                <a16:creationId xmlns:a16="http://schemas.microsoft.com/office/drawing/2014/main" id="{F88C9EEC-4CA3-FE1E-3991-5019C323CBD7}"/>
              </a:ext>
            </a:extLst>
          </p:cNvPr>
          <p:cNvSpPr txBox="1">
            <a:spLocks noGrp="1"/>
          </p:cNvSpPr>
          <p:nvPr>
            <p:ph type="body" sz="quarter" idx="29"/>
          </p:nvPr>
        </p:nvSpPr>
        <p:spPr>
          <a:xfrm>
            <a:off x="8206004" y="5701631"/>
            <a:ext cx="2847659" cy="15388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ctr" defTabSz="1218956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000">
                <a:latin typeface="+mn-lt"/>
                <a:ea typeface="GT Walsheim Regular" pitchFamily="2" charset="77"/>
                <a:cs typeface="GT Walsheim Regular" pitchFamily="2" charset="77"/>
                <a:sym typeface="GTWalsheim-Regular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Google Shape;368;p51">
            <a:extLst>
              <a:ext uri="{FF2B5EF4-FFF2-40B4-BE49-F238E27FC236}">
                <a16:creationId xmlns:a16="http://schemas.microsoft.com/office/drawing/2014/main" id="{D8798F09-3A33-02F9-B4CD-0AAEDF62EF47}"/>
              </a:ext>
            </a:extLst>
          </p:cNvPr>
          <p:cNvSpPr txBox="1">
            <a:spLocks noGrp="1"/>
          </p:cNvSpPr>
          <p:nvPr>
            <p:ph type="body" sz="quarter" idx="30" hasCustomPrompt="1"/>
          </p:nvPr>
        </p:nvSpPr>
        <p:spPr>
          <a:xfrm>
            <a:off x="8206004" y="4274531"/>
            <a:ext cx="2847659" cy="1000146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ctr" defTabSz="1218956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6499">
                <a:solidFill>
                  <a:schemeClr val="accent2"/>
                </a:solidFill>
                <a:latin typeface="+mn-lt"/>
                <a:ea typeface="GT Walsheim Regular" pitchFamily="2" charset="77"/>
                <a:cs typeface="GT Walsheim Regular" pitchFamily="2" charset="77"/>
                <a:sym typeface="GTWalsheim-Regular"/>
              </a:defRPr>
            </a:lvl1pPr>
          </a:lstStyle>
          <a:p>
            <a:pPr lvl="0"/>
            <a:r>
              <a:rPr lang="en-US"/>
              <a:t>Stat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C30BD4-642B-0430-E0E8-21538EEB0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>
            <a:lvl1pPr>
              <a:defRPr b="0" i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AD522-9EEE-B8FA-6449-DD5472538B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588796"/>
            <a:ext cx="10972800" cy="2288847"/>
          </a:xfrm>
        </p:spPr>
        <p:txBody>
          <a:bodyPr/>
          <a:lstStyle>
            <a:lvl1pPr>
              <a:defRPr b="0" i="0">
                <a:latin typeface="+mn-lt"/>
              </a:defRPr>
            </a:lvl1pPr>
            <a:lvl2pPr>
              <a:defRPr b="0" i="0">
                <a:latin typeface="+mn-lt"/>
              </a:defRPr>
            </a:lvl2pPr>
            <a:lvl3pPr>
              <a:defRPr b="0" i="0">
                <a:latin typeface="+mn-lt"/>
              </a:defRPr>
            </a:lvl3pPr>
            <a:lvl4pPr>
              <a:defRPr b="0" i="0">
                <a:latin typeface="+mn-lt"/>
              </a:defRPr>
            </a:lvl4pPr>
            <a:lvl5pPr>
              <a:defRPr b="0" i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03BE35-11A9-0AE9-6ABE-CAFB16F74D4D}"/>
              </a:ext>
            </a:extLst>
          </p:cNvPr>
          <p:cNvSpPr txBox="1"/>
          <p:nvPr userDrawn="1"/>
        </p:nvSpPr>
        <p:spPr>
          <a:xfrm>
            <a:off x="11582400" y="6389682"/>
            <a:ext cx="403471" cy="3832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>
              <a:defRPr sz="1000" b="0" i="0">
                <a:solidFill>
                  <a:schemeClr val="bg1"/>
                </a:solidFill>
              </a:defRPr>
            </a:lvl1pPr>
          </a:lstStyle>
          <a:p>
            <a:pPr lvl="0"/>
            <a:fld id="{8CB6075D-8BAC-B844-A668-187D1189595D}" type="slidenum">
              <a:rPr lang="en-US" smtClean="0"/>
              <a:pPr lvl="0"/>
              <a:t>‹#›</a:t>
            </a:fld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6834676-5EE0-4945-F6D9-0BCA6976DF35}"/>
              </a:ext>
            </a:extLst>
          </p:cNvPr>
          <p:cNvSpPr txBox="1"/>
          <p:nvPr userDrawn="1"/>
        </p:nvSpPr>
        <p:spPr>
          <a:xfrm>
            <a:off x="10231119" y="6397322"/>
            <a:ext cx="1432431" cy="376932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txBody>
          <a:bodyPr rot="0" spcFirstLastPara="1" vertOverflow="overflow" horzOverflow="overflow" vert="horz" wrap="none" lIns="91439" tIns="91439" rIns="91439" bIns="91439" numCol="1" spcCol="38100" rtlCol="0" anchor="ctr">
            <a:noAutofit/>
          </a:bodyPr>
          <a:lstStyle/>
          <a:p>
            <a:pPr marL="0" marR="0" lvl="0" indent="0" algn="r" defTabSz="18288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sym typeface="IntelOne Text"/>
              </a:rPr>
              <a:t>Altera Confidential</a:t>
            </a:r>
          </a:p>
        </p:txBody>
      </p:sp>
    </p:spTree>
    <p:extLst>
      <p:ext uri="{BB962C8B-B14F-4D97-AF65-F5344CB8AC3E}">
        <p14:creationId xmlns:p14="http://schemas.microsoft.com/office/powerpoint/2010/main" val="372486959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Stat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356;p51">
            <a:extLst>
              <a:ext uri="{FF2B5EF4-FFF2-40B4-BE49-F238E27FC236}">
                <a16:creationId xmlns:a16="http://schemas.microsoft.com/office/drawing/2014/main" id="{F3D80F1C-CC67-A27D-BAA3-A7920BD94B67}"/>
              </a:ext>
            </a:extLst>
          </p:cNvPr>
          <p:cNvSpPr/>
          <p:nvPr userDrawn="1"/>
        </p:nvSpPr>
        <p:spPr>
          <a:xfrm>
            <a:off x="8340124" y="-24537"/>
            <a:ext cx="3849543" cy="6909751"/>
          </a:xfrm>
          <a:prstGeom prst="rect">
            <a:avLst/>
          </a:prstGeom>
          <a:solidFill>
            <a:srgbClr val="000000">
              <a:alpha val="14632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1218956"/>
            <a:endParaRPr sz="900" b="0" i="0">
              <a:latin typeface="GT Walsheim Regular" pitchFamily="2" charset="77"/>
            </a:endParaRPr>
          </a:p>
        </p:txBody>
      </p:sp>
      <p:sp>
        <p:nvSpPr>
          <p:cNvPr id="20" name="Google Shape;360;p51">
            <a:extLst>
              <a:ext uri="{FF2B5EF4-FFF2-40B4-BE49-F238E27FC236}">
                <a16:creationId xmlns:a16="http://schemas.microsoft.com/office/drawing/2014/main" id="{758EA14D-BC99-7331-3A6A-37C44734CC1D}"/>
              </a:ext>
            </a:extLst>
          </p:cNvPr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8785664" y="252310"/>
            <a:ext cx="2847659" cy="1000146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ctr" defTabSz="1218956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6499">
                <a:solidFill>
                  <a:schemeClr val="accent2"/>
                </a:solidFill>
                <a:latin typeface="+mn-lt"/>
                <a:ea typeface="GT Walsheim Regular" pitchFamily="2" charset="77"/>
                <a:cs typeface="GT Walsheim Regular" pitchFamily="2" charset="77"/>
                <a:sym typeface="GTWalsheim-Regular"/>
              </a:defRPr>
            </a:lvl1pPr>
          </a:lstStyle>
          <a:p>
            <a:pPr lvl="0"/>
            <a:r>
              <a:rPr lang="en-US"/>
              <a:t>Stat</a:t>
            </a:r>
          </a:p>
        </p:txBody>
      </p:sp>
      <p:sp>
        <p:nvSpPr>
          <p:cNvPr id="21" name="Google Shape;361;p51">
            <a:extLst>
              <a:ext uri="{FF2B5EF4-FFF2-40B4-BE49-F238E27FC236}">
                <a16:creationId xmlns:a16="http://schemas.microsoft.com/office/drawing/2014/main" id="{B686E125-50D3-F4BB-1271-4BF65A8672A6}"/>
              </a:ext>
            </a:extLst>
          </p:cNvPr>
          <p:cNvSpPr txBox="1">
            <a:spLocks noGrp="1"/>
          </p:cNvSpPr>
          <p:nvPr>
            <p:ph type="body" sz="quarter" idx="23"/>
          </p:nvPr>
        </p:nvSpPr>
        <p:spPr>
          <a:xfrm>
            <a:off x="8785664" y="1259910"/>
            <a:ext cx="2847659" cy="27699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ctr" defTabSz="1218956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>
                <a:latin typeface="+mn-lt"/>
                <a:ea typeface="GT Walsheim Regular" pitchFamily="2" charset="77"/>
                <a:cs typeface="GT Walsheim Regular" pitchFamily="2" charset="77"/>
                <a:sym typeface="GTWalsheim-Regular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Google Shape;362;p51">
            <a:extLst>
              <a:ext uri="{FF2B5EF4-FFF2-40B4-BE49-F238E27FC236}">
                <a16:creationId xmlns:a16="http://schemas.microsoft.com/office/drawing/2014/main" id="{A5CD4AC9-E93F-DABE-4F73-20480F4DE2D4}"/>
              </a:ext>
            </a:extLst>
          </p:cNvPr>
          <p:cNvSpPr txBox="1">
            <a:spLocks noGrp="1"/>
          </p:cNvSpPr>
          <p:nvPr>
            <p:ph type="body" sz="quarter" idx="24"/>
          </p:nvPr>
        </p:nvSpPr>
        <p:spPr>
          <a:xfrm>
            <a:off x="8785664" y="1679810"/>
            <a:ext cx="2847659" cy="15388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ctr" defTabSz="1218956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000">
                <a:latin typeface="+mn-lt"/>
                <a:ea typeface="GT Walsheim Regular" pitchFamily="2" charset="77"/>
                <a:cs typeface="GT Walsheim Regular" pitchFamily="2" charset="77"/>
                <a:sym typeface="GTWalsheim-Regular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Google Shape;363;p51">
            <a:extLst>
              <a:ext uri="{FF2B5EF4-FFF2-40B4-BE49-F238E27FC236}">
                <a16:creationId xmlns:a16="http://schemas.microsoft.com/office/drawing/2014/main" id="{73CA7794-7627-776F-C3C3-268A74DDDA1E}"/>
              </a:ext>
            </a:extLst>
          </p:cNvPr>
          <p:cNvSpPr txBox="1">
            <a:spLocks noGrp="1"/>
          </p:cNvSpPr>
          <p:nvPr>
            <p:ph type="body" sz="quarter" idx="25"/>
          </p:nvPr>
        </p:nvSpPr>
        <p:spPr>
          <a:xfrm>
            <a:off x="8785664" y="3274365"/>
            <a:ext cx="2847659" cy="27699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ctr" defTabSz="1218956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>
                <a:latin typeface="+mn-lt"/>
                <a:ea typeface="GT Walsheim Regular" pitchFamily="2" charset="77"/>
                <a:cs typeface="GT Walsheim Regular" pitchFamily="2" charset="77"/>
                <a:sym typeface="GTWalsheim-Regular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Google Shape;364;p51">
            <a:extLst>
              <a:ext uri="{FF2B5EF4-FFF2-40B4-BE49-F238E27FC236}">
                <a16:creationId xmlns:a16="http://schemas.microsoft.com/office/drawing/2014/main" id="{1EE2BCCD-FFDF-2741-19D2-0CABD75DDBB7}"/>
              </a:ext>
            </a:extLst>
          </p:cNvPr>
          <p:cNvSpPr txBox="1">
            <a:spLocks noGrp="1"/>
          </p:cNvSpPr>
          <p:nvPr>
            <p:ph type="body" sz="quarter" idx="26"/>
          </p:nvPr>
        </p:nvSpPr>
        <p:spPr>
          <a:xfrm>
            <a:off x="8785664" y="3694265"/>
            <a:ext cx="2847659" cy="15388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ctr" defTabSz="1218956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000">
                <a:latin typeface="+mn-lt"/>
                <a:ea typeface="GT Walsheim Regular" pitchFamily="2" charset="77"/>
                <a:cs typeface="GT Walsheim Regular" pitchFamily="2" charset="77"/>
                <a:sym typeface="GTWalsheim-Regular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Google Shape;367;p51">
            <a:extLst>
              <a:ext uri="{FF2B5EF4-FFF2-40B4-BE49-F238E27FC236}">
                <a16:creationId xmlns:a16="http://schemas.microsoft.com/office/drawing/2014/main" id="{292A7370-AFB8-82F5-D7B5-281B5AACD6BD}"/>
              </a:ext>
            </a:extLst>
          </p:cNvPr>
          <p:cNvSpPr txBox="1">
            <a:spLocks noGrp="1"/>
          </p:cNvSpPr>
          <p:nvPr>
            <p:ph type="body" sz="quarter" idx="27" hasCustomPrompt="1"/>
          </p:nvPr>
        </p:nvSpPr>
        <p:spPr>
          <a:xfrm>
            <a:off x="8785664" y="2266965"/>
            <a:ext cx="2847659" cy="1000146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ctr" defTabSz="1218956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6499">
                <a:solidFill>
                  <a:schemeClr val="accent2"/>
                </a:solidFill>
                <a:latin typeface="+mn-lt"/>
                <a:ea typeface="GT Walsheim Regular" pitchFamily="2" charset="77"/>
                <a:cs typeface="GT Walsheim Regular" pitchFamily="2" charset="77"/>
                <a:sym typeface="GTWalsheim-Regular"/>
              </a:defRPr>
            </a:lvl1pPr>
          </a:lstStyle>
          <a:p>
            <a:pPr lvl="0"/>
            <a:r>
              <a:rPr lang="en-US"/>
              <a:t>Stat</a:t>
            </a:r>
          </a:p>
        </p:txBody>
      </p:sp>
      <p:sp>
        <p:nvSpPr>
          <p:cNvPr id="26" name="Google Shape;365;p51">
            <a:extLst>
              <a:ext uri="{FF2B5EF4-FFF2-40B4-BE49-F238E27FC236}">
                <a16:creationId xmlns:a16="http://schemas.microsoft.com/office/drawing/2014/main" id="{57640F12-FE52-4006-62AE-D950471AAE8E}"/>
              </a:ext>
            </a:extLst>
          </p:cNvPr>
          <p:cNvSpPr txBox="1">
            <a:spLocks noGrp="1"/>
          </p:cNvSpPr>
          <p:nvPr>
            <p:ph type="body" sz="quarter" idx="28"/>
          </p:nvPr>
        </p:nvSpPr>
        <p:spPr>
          <a:xfrm>
            <a:off x="8785664" y="5283070"/>
            <a:ext cx="2847659" cy="27699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ctr" defTabSz="1218956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800">
                <a:latin typeface="+mn-lt"/>
                <a:ea typeface="GT Walsheim Regular" pitchFamily="2" charset="77"/>
                <a:cs typeface="GT Walsheim Regular" pitchFamily="2" charset="77"/>
                <a:sym typeface="GTWalsheim-Regular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Google Shape;366;p51">
            <a:extLst>
              <a:ext uri="{FF2B5EF4-FFF2-40B4-BE49-F238E27FC236}">
                <a16:creationId xmlns:a16="http://schemas.microsoft.com/office/drawing/2014/main" id="{AD3F51DB-11E8-29A5-633F-60AF3DA7FDC2}"/>
              </a:ext>
            </a:extLst>
          </p:cNvPr>
          <p:cNvSpPr txBox="1">
            <a:spLocks noGrp="1"/>
          </p:cNvSpPr>
          <p:nvPr>
            <p:ph type="body" sz="quarter" idx="29"/>
          </p:nvPr>
        </p:nvSpPr>
        <p:spPr>
          <a:xfrm>
            <a:off x="8785664" y="5702970"/>
            <a:ext cx="2847659" cy="15388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ctr" defTabSz="1218956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000">
                <a:latin typeface="+mn-lt"/>
                <a:ea typeface="GT Walsheim Regular" pitchFamily="2" charset="77"/>
                <a:cs typeface="GT Walsheim Regular" pitchFamily="2" charset="77"/>
                <a:sym typeface="Montserrat Regular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Google Shape;368;p51">
            <a:extLst>
              <a:ext uri="{FF2B5EF4-FFF2-40B4-BE49-F238E27FC236}">
                <a16:creationId xmlns:a16="http://schemas.microsoft.com/office/drawing/2014/main" id="{294E8679-F85F-5624-4FE0-AF9FEAC3F17D}"/>
              </a:ext>
            </a:extLst>
          </p:cNvPr>
          <p:cNvSpPr txBox="1">
            <a:spLocks noGrp="1"/>
          </p:cNvSpPr>
          <p:nvPr>
            <p:ph type="body" sz="quarter" idx="30" hasCustomPrompt="1"/>
          </p:nvPr>
        </p:nvSpPr>
        <p:spPr>
          <a:xfrm>
            <a:off x="8785664" y="4275870"/>
            <a:ext cx="2847659" cy="1000146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ctr" defTabSz="1218956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6499">
                <a:solidFill>
                  <a:schemeClr val="accent2"/>
                </a:solidFill>
                <a:latin typeface="+mn-lt"/>
                <a:ea typeface="GT Walsheim Regular" pitchFamily="2" charset="77"/>
                <a:cs typeface="GT Walsheim Regular" pitchFamily="2" charset="77"/>
                <a:sym typeface="GTWalsheim-Regular"/>
              </a:defRPr>
            </a:lvl1pPr>
          </a:lstStyle>
          <a:p>
            <a:pPr lvl="0"/>
            <a:r>
              <a:rPr lang="en-US"/>
              <a:t>Stat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C30BD4-642B-0430-E0E8-21538EEB0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26955"/>
            <a:ext cx="7177982" cy="1380853"/>
          </a:xfrm>
        </p:spPr>
        <p:txBody>
          <a:bodyPr anchor="ctr"/>
          <a:lstStyle>
            <a:lvl1pPr>
              <a:defRPr b="0" i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AD522-9EEE-B8FA-6449-DD5472538B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588796"/>
            <a:ext cx="7177982" cy="4685877"/>
          </a:xfrm>
        </p:spPr>
        <p:txBody>
          <a:bodyPr/>
          <a:lstStyle>
            <a:lvl1pPr>
              <a:defRPr b="0" i="0">
                <a:latin typeface="+mn-lt"/>
              </a:defRPr>
            </a:lvl1pPr>
            <a:lvl2pPr>
              <a:defRPr b="0" i="0">
                <a:latin typeface="+mn-lt"/>
              </a:defRPr>
            </a:lvl2pPr>
            <a:lvl3pPr>
              <a:defRPr b="0" i="0">
                <a:latin typeface="+mn-lt"/>
              </a:defRPr>
            </a:lvl3pPr>
            <a:lvl4pPr>
              <a:defRPr b="0" i="0">
                <a:latin typeface="+mn-lt"/>
              </a:defRPr>
            </a:lvl4pPr>
            <a:lvl5pPr>
              <a:defRPr b="0" i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90D977-C165-CC4F-21DF-70BE0753426E}"/>
              </a:ext>
            </a:extLst>
          </p:cNvPr>
          <p:cNvSpPr txBox="1"/>
          <p:nvPr userDrawn="1"/>
        </p:nvSpPr>
        <p:spPr>
          <a:xfrm>
            <a:off x="11582400" y="6389682"/>
            <a:ext cx="403471" cy="3832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>
              <a:defRPr sz="1000" b="0" i="0">
                <a:solidFill>
                  <a:schemeClr val="bg1"/>
                </a:solidFill>
              </a:defRPr>
            </a:lvl1pPr>
          </a:lstStyle>
          <a:p>
            <a:pPr lvl="0"/>
            <a:fld id="{8CB6075D-8BAC-B844-A668-187D1189595D}" type="slidenum">
              <a:rPr lang="en-US" smtClean="0"/>
              <a:pPr lvl="0"/>
              <a:t>‹#›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1806AA-BA8B-2EE4-913C-A2DEEF5156AD}"/>
              </a:ext>
            </a:extLst>
          </p:cNvPr>
          <p:cNvSpPr txBox="1"/>
          <p:nvPr userDrawn="1"/>
        </p:nvSpPr>
        <p:spPr>
          <a:xfrm>
            <a:off x="10231119" y="6397322"/>
            <a:ext cx="1432431" cy="376932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txBody>
          <a:bodyPr rot="0" spcFirstLastPara="1" vertOverflow="overflow" horzOverflow="overflow" vert="horz" wrap="none" lIns="91439" tIns="91439" rIns="91439" bIns="91439" numCol="1" spcCol="38100" rtlCol="0" anchor="ctr">
            <a:noAutofit/>
          </a:bodyPr>
          <a:lstStyle/>
          <a:p>
            <a:pPr marL="0" marR="0" lvl="0" indent="0" algn="r" defTabSz="18288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sym typeface="IntelOne Text"/>
              </a:rPr>
              <a:t>Altera Confidential</a:t>
            </a:r>
          </a:p>
        </p:txBody>
      </p:sp>
    </p:spTree>
    <p:extLst>
      <p:ext uri="{BB962C8B-B14F-4D97-AF65-F5344CB8AC3E}">
        <p14:creationId xmlns:p14="http://schemas.microsoft.com/office/powerpoint/2010/main" val="30460501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rds Layout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125E7-EB2C-E30A-B6DE-661AFFA16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D5956033-5877-C73E-55A1-2B706439AD77}"/>
              </a:ext>
            </a:extLst>
          </p:cNvPr>
          <p:cNvSpPr/>
          <p:nvPr userDrawn="1"/>
        </p:nvSpPr>
        <p:spPr>
          <a:xfrm>
            <a:off x="659413" y="1520130"/>
            <a:ext cx="5342281" cy="1960697"/>
          </a:xfrm>
          <a:prstGeom prst="rect">
            <a:avLst/>
          </a:prstGeom>
          <a:solidFill>
            <a:srgbClr val="F6F6F8"/>
          </a:solidFill>
          <a:ln w="25400">
            <a:miter lim="400000"/>
          </a:ln>
          <a:effectLst>
            <a:outerShdw blurRad="508000" dist="76200" dir="5400000" rotWithShape="0">
              <a:srgbClr val="000000">
                <a:alpha val="8960"/>
              </a:srgbClr>
            </a:outerShdw>
          </a:effectLst>
        </p:spPr>
        <p:txBody>
          <a:bodyPr tIns="45708" bIns="45708" anchor="ctr"/>
          <a:lstStyle/>
          <a:p>
            <a:pPr>
              <a:defRPr sz="2000"/>
            </a:pPr>
            <a:endParaRPr sz="1000" b="0" i="0">
              <a:latin typeface="GT Walsheim Regular" pitchFamily="2" charset="77"/>
            </a:endParaRPr>
          </a:p>
        </p:txBody>
      </p:sp>
      <p:sp>
        <p:nvSpPr>
          <p:cNvPr id="25" name="Rectangle">
            <a:extLst>
              <a:ext uri="{FF2B5EF4-FFF2-40B4-BE49-F238E27FC236}">
                <a16:creationId xmlns:a16="http://schemas.microsoft.com/office/drawing/2014/main" id="{0D7C4FE9-8A0A-D756-B6C8-13FAC271A5EC}"/>
              </a:ext>
            </a:extLst>
          </p:cNvPr>
          <p:cNvSpPr/>
          <p:nvPr userDrawn="1"/>
        </p:nvSpPr>
        <p:spPr>
          <a:xfrm>
            <a:off x="6187131" y="1520130"/>
            <a:ext cx="5342281" cy="1960697"/>
          </a:xfrm>
          <a:prstGeom prst="rect">
            <a:avLst/>
          </a:prstGeom>
          <a:solidFill>
            <a:schemeClr val="accent2"/>
          </a:solidFill>
          <a:ln w="25400">
            <a:miter lim="400000"/>
          </a:ln>
          <a:effectLst>
            <a:outerShdw blurRad="508000" dist="76200" dir="5400000" rotWithShape="0">
              <a:srgbClr val="000000">
                <a:alpha val="8960"/>
              </a:srgbClr>
            </a:outerShdw>
          </a:effectLst>
        </p:spPr>
        <p:txBody>
          <a:bodyPr tIns="45708" bIns="45708" anchor="ctr"/>
          <a:lstStyle/>
          <a:p>
            <a:pPr>
              <a:defRPr sz="2000"/>
            </a:pPr>
            <a:endParaRPr sz="1000" b="0" i="0">
              <a:latin typeface="GT Walsheim Regular" pitchFamily="2" charset="77"/>
            </a:endParaRPr>
          </a:p>
        </p:txBody>
      </p:sp>
      <p:sp>
        <p:nvSpPr>
          <p:cNvPr id="26" name="Rectangle">
            <a:extLst>
              <a:ext uri="{FF2B5EF4-FFF2-40B4-BE49-F238E27FC236}">
                <a16:creationId xmlns:a16="http://schemas.microsoft.com/office/drawing/2014/main" id="{F1DB830E-88B0-9CD3-B7ED-B11703BEDFE3}"/>
              </a:ext>
            </a:extLst>
          </p:cNvPr>
          <p:cNvSpPr/>
          <p:nvPr userDrawn="1"/>
        </p:nvSpPr>
        <p:spPr>
          <a:xfrm>
            <a:off x="659413" y="3682645"/>
            <a:ext cx="5342281" cy="1960696"/>
          </a:xfrm>
          <a:prstGeom prst="rect">
            <a:avLst/>
          </a:prstGeom>
          <a:solidFill>
            <a:schemeClr val="accent2"/>
          </a:solidFill>
          <a:ln w="25400">
            <a:miter lim="400000"/>
          </a:ln>
          <a:effectLst>
            <a:outerShdw blurRad="508000" dist="76200" dir="5400000" rotWithShape="0">
              <a:srgbClr val="000000">
                <a:alpha val="8960"/>
              </a:srgbClr>
            </a:outerShdw>
          </a:effectLst>
        </p:spPr>
        <p:txBody>
          <a:bodyPr tIns="45708" bIns="45708" anchor="ctr"/>
          <a:lstStyle/>
          <a:p>
            <a:pPr>
              <a:defRPr sz="2000"/>
            </a:pPr>
            <a:endParaRPr sz="1000" b="0" i="0">
              <a:latin typeface="GT Walsheim Regular" pitchFamily="2" charset="77"/>
            </a:endParaRPr>
          </a:p>
        </p:txBody>
      </p:sp>
      <p:sp>
        <p:nvSpPr>
          <p:cNvPr id="27" name="Rectangle">
            <a:extLst>
              <a:ext uri="{FF2B5EF4-FFF2-40B4-BE49-F238E27FC236}">
                <a16:creationId xmlns:a16="http://schemas.microsoft.com/office/drawing/2014/main" id="{D40CED6D-4981-3145-F0AD-00AF0529C32F}"/>
              </a:ext>
            </a:extLst>
          </p:cNvPr>
          <p:cNvSpPr/>
          <p:nvPr userDrawn="1"/>
        </p:nvSpPr>
        <p:spPr>
          <a:xfrm>
            <a:off x="6187131" y="3682645"/>
            <a:ext cx="5342281" cy="1960696"/>
          </a:xfrm>
          <a:prstGeom prst="rect">
            <a:avLst/>
          </a:prstGeom>
          <a:solidFill>
            <a:srgbClr val="F6F6F8"/>
          </a:solidFill>
          <a:ln w="25400">
            <a:miter lim="400000"/>
          </a:ln>
          <a:effectLst>
            <a:outerShdw blurRad="508000" dist="76200" dir="5400000" rotWithShape="0">
              <a:srgbClr val="000000">
                <a:alpha val="8960"/>
              </a:srgbClr>
            </a:outerShdw>
          </a:effectLst>
        </p:spPr>
        <p:txBody>
          <a:bodyPr tIns="45708" bIns="45708" anchor="ctr"/>
          <a:lstStyle/>
          <a:p>
            <a:pPr>
              <a:defRPr sz="2000"/>
            </a:pPr>
            <a:endParaRPr sz="1000" b="0" i="0">
              <a:latin typeface="GT Walsheim Regular" pitchFamily="2" charset="77"/>
            </a:endParaRPr>
          </a:p>
        </p:txBody>
      </p:sp>
      <p:sp>
        <p:nvSpPr>
          <p:cNvPr id="28" name="Card Item">
            <a:extLst>
              <a:ext uri="{FF2B5EF4-FFF2-40B4-BE49-F238E27FC236}">
                <a16:creationId xmlns:a16="http://schemas.microsoft.com/office/drawing/2014/main" id="{5644E626-F1A0-39D0-2882-87AB16C27A16}"/>
              </a:ext>
            </a:extLst>
          </p:cNvPr>
          <p:cNvSpPr txBox="1">
            <a:spLocks noGrp="1"/>
          </p:cNvSpPr>
          <p:nvPr>
            <p:ph type="body" sz="quarter" idx="22"/>
          </p:nvPr>
        </p:nvSpPr>
        <p:spPr>
          <a:xfrm>
            <a:off x="807268" y="1675984"/>
            <a:ext cx="3475631" cy="384721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900">
                <a:solidFill>
                  <a:schemeClr val="tx2"/>
                </a:solidFill>
                <a:latin typeface="+mn-lt"/>
                <a:ea typeface="GT Walsheim Regular" pitchFamily="2" charset="77"/>
                <a:cs typeface="GT Walsheim Regular" pitchFamily="2" charset="77"/>
                <a:sym typeface="GTWalsheim-Regular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Lorem ipsum dolor sit amet, consectetur adipiscing elit, sed do eiusmod tempor incididunt ut labore et dolore magna aliqua. At varius vel pharetra vel turpis.">
            <a:extLst>
              <a:ext uri="{FF2B5EF4-FFF2-40B4-BE49-F238E27FC236}">
                <a16:creationId xmlns:a16="http://schemas.microsoft.com/office/drawing/2014/main" id="{D16D32A5-05A7-2FAE-4871-49F636E6287A}"/>
              </a:ext>
            </a:extLst>
          </p:cNvPr>
          <p:cNvSpPr txBox="1">
            <a:spLocks noGrp="1"/>
          </p:cNvSpPr>
          <p:nvPr>
            <p:ph type="body" sz="quarter" idx="23"/>
          </p:nvPr>
        </p:nvSpPr>
        <p:spPr>
          <a:xfrm>
            <a:off x="807268" y="2027213"/>
            <a:ext cx="4908705" cy="246221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000">
                <a:solidFill>
                  <a:schemeClr val="tx2"/>
                </a:solidFill>
                <a:latin typeface="+mn-lt"/>
                <a:ea typeface="GT Walsheim Regular" pitchFamily="2" charset="77"/>
                <a:cs typeface="GT Walsheim Regular" pitchFamily="2" charset="77"/>
                <a:sym typeface="GTWalsheim-Regular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Card Item">
            <a:extLst>
              <a:ext uri="{FF2B5EF4-FFF2-40B4-BE49-F238E27FC236}">
                <a16:creationId xmlns:a16="http://schemas.microsoft.com/office/drawing/2014/main" id="{72FAD48E-C05F-8300-0B95-95A4B635F188}"/>
              </a:ext>
            </a:extLst>
          </p:cNvPr>
          <p:cNvSpPr txBox="1">
            <a:spLocks noGrp="1"/>
          </p:cNvSpPr>
          <p:nvPr>
            <p:ph type="body" sz="quarter" idx="24"/>
          </p:nvPr>
        </p:nvSpPr>
        <p:spPr>
          <a:xfrm>
            <a:off x="812346" y="3825274"/>
            <a:ext cx="3475631" cy="384721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900">
                <a:solidFill>
                  <a:schemeClr val="tx2"/>
                </a:solidFill>
                <a:latin typeface="+mn-lt"/>
                <a:ea typeface="GT Walsheim Regular" pitchFamily="2" charset="77"/>
                <a:cs typeface="GT Walsheim Regular" pitchFamily="2" charset="77"/>
                <a:sym typeface="GTWalsheim-Regular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Lorem ipsum dolor sit amet, consectetur adipiscing elit, sed do eiusmod tempor incididunt ut labore et dolore magna aliqua. At varius vel pharetra vel turpis.">
            <a:extLst>
              <a:ext uri="{FF2B5EF4-FFF2-40B4-BE49-F238E27FC236}">
                <a16:creationId xmlns:a16="http://schemas.microsoft.com/office/drawing/2014/main" id="{FDF259A3-9B7B-0299-4DD2-EE68777C9AF0}"/>
              </a:ext>
            </a:extLst>
          </p:cNvPr>
          <p:cNvSpPr txBox="1">
            <a:spLocks noGrp="1"/>
          </p:cNvSpPr>
          <p:nvPr>
            <p:ph type="body" sz="quarter" idx="25"/>
          </p:nvPr>
        </p:nvSpPr>
        <p:spPr>
          <a:xfrm>
            <a:off x="812346" y="4176503"/>
            <a:ext cx="4898548" cy="246221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000">
                <a:solidFill>
                  <a:schemeClr val="tx2"/>
                </a:solidFill>
                <a:latin typeface="+mn-lt"/>
                <a:ea typeface="GT Walsheim Regular" pitchFamily="2" charset="77"/>
                <a:cs typeface="GT Walsheim Regular" pitchFamily="2" charset="77"/>
                <a:sym typeface="GTWalsheim-Regular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Card Item">
            <a:extLst>
              <a:ext uri="{FF2B5EF4-FFF2-40B4-BE49-F238E27FC236}">
                <a16:creationId xmlns:a16="http://schemas.microsoft.com/office/drawing/2014/main" id="{F327321D-7E71-B760-CDDE-2D8BB97A0172}"/>
              </a:ext>
            </a:extLst>
          </p:cNvPr>
          <p:cNvSpPr txBox="1">
            <a:spLocks noGrp="1"/>
          </p:cNvSpPr>
          <p:nvPr>
            <p:ph type="body" sz="quarter" idx="26"/>
          </p:nvPr>
        </p:nvSpPr>
        <p:spPr>
          <a:xfrm>
            <a:off x="6335408" y="1673742"/>
            <a:ext cx="3475631" cy="384721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900">
                <a:solidFill>
                  <a:schemeClr val="tx2"/>
                </a:solidFill>
                <a:latin typeface="+mn-lt"/>
                <a:ea typeface="GT Walsheim Regular" pitchFamily="2" charset="77"/>
                <a:cs typeface="GT Walsheim Regular" pitchFamily="2" charset="77"/>
                <a:sym typeface="GTWalsheim-Regular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Lorem ipsum dolor sit amet, consectetur adipiscing elit, sed do eiusmod tempor incididunt ut labore et dolore magna aliqua. At varius vel pharetra vel turpis.">
            <a:extLst>
              <a:ext uri="{FF2B5EF4-FFF2-40B4-BE49-F238E27FC236}">
                <a16:creationId xmlns:a16="http://schemas.microsoft.com/office/drawing/2014/main" id="{58E9AE7E-873C-16E0-D558-6C8CB56AFCC9}"/>
              </a:ext>
            </a:extLst>
          </p:cNvPr>
          <p:cNvSpPr txBox="1">
            <a:spLocks noGrp="1"/>
          </p:cNvSpPr>
          <p:nvPr>
            <p:ph type="body" sz="quarter" idx="27"/>
          </p:nvPr>
        </p:nvSpPr>
        <p:spPr>
          <a:xfrm>
            <a:off x="6335408" y="2024970"/>
            <a:ext cx="4908705" cy="246221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000">
                <a:solidFill>
                  <a:schemeClr val="tx2"/>
                </a:solidFill>
                <a:latin typeface="+mn-lt"/>
                <a:ea typeface="GT Walsheim Regular" pitchFamily="2" charset="77"/>
                <a:cs typeface="GT Walsheim Regular" pitchFamily="2" charset="77"/>
                <a:sym typeface="GTWalsheim-Regular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Card Item">
            <a:extLst>
              <a:ext uri="{FF2B5EF4-FFF2-40B4-BE49-F238E27FC236}">
                <a16:creationId xmlns:a16="http://schemas.microsoft.com/office/drawing/2014/main" id="{B1E0B51F-591E-C621-605F-EBBBDFF9A0B5}"/>
              </a:ext>
            </a:extLst>
          </p:cNvPr>
          <p:cNvSpPr txBox="1">
            <a:spLocks noGrp="1"/>
          </p:cNvSpPr>
          <p:nvPr>
            <p:ph type="body" sz="quarter" idx="28"/>
          </p:nvPr>
        </p:nvSpPr>
        <p:spPr>
          <a:xfrm>
            <a:off x="6335408" y="3830744"/>
            <a:ext cx="3475631" cy="384721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900">
                <a:solidFill>
                  <a:schemeClr val="tx2"/>
                </a:solidFill>
                <a:latin typeface="+mn-lt"/>
                <a:ea typeface="GT Walsheim Regular" pitchFamily="2" charset="77"/>
                <a:cs typeface="GT Walsheim Regular" pitchFamily="2" charset="77"/>
                <a:sym typeface="GTWalsheim-Regular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Lorem ipsum dolor sit amet, consectetur adipiscing elit, sed do eiusmod tempor incididunt ut labore et dolore magna aliqua. At varius vel pharetra vel turpis.">
            <a:extLst>
              <a:ext uri="{FF2B5EF4-FFF2-40B4-BE49-F238E27FC236}">
                <a16:creationId xmlns:a16="http://schemas.microsoft.com/office/drawing/2014/main" id="{6BEED5D3-97A3-E4F9-1E0C-8F5560095A04}"/>
              </a:ext>
            </a:extLst>
          </p:cNvPr>
          <p:cNvSpPr txBox="1">
            <a:spLocks noGrp="1"/>
          </p:cNvSpPr>
          <p:nvPr>
            <p:ph type="body" sz="quarter" idx="29"/>
          </p:nvPr>
        </p:nvSpPr>
        <p:spPr>
          <a:xfrm>
            <a:off x="6335408" y="4181973"/>
            <a:ext cx="5045727" cy="246221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000">
                <a:solidFill>
                  <a:schemeClr val="tx2"/>
                </a:solidFill>
                <a:latin typeface="+mn-lt"/>
                <a:ea typeface="GT Walsheim Regular" pitchFamily="2" charset="77"/>
                <a:cs typeface="GT Walsheim Regular" pitchFamily="2" charset="77"/>
                <a:sym typeface="GTWalsheim-Regular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riangle">
            <a:extLst>
              <a:ext uri="{FF2B5EF4-FFF2-40B4-BE49-F238E27FC236}">
                <a16:creationId xmlns:a16="http://schemas.microsoft.com/office/drawing/2014/main" id="{1AFB832E-6846-89DE-325B-8BDCC7025D6A}"/>
              </a:ext>
            </a:extLst>
          </p:cNvPr>
          <p:cNvSpPr/>
          <p:nvPr userDrawn="1"/>
        </p:nvSpPr>
        <p:spPr>
          <a:xfrm>
            <a:off x="656031" y="5433548"/>
            <a:ext cx="210405" cy="2104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12700">
            <a:miter lim="400000"/>
          </a:ln>
        </p:spPr>
        <p:txBody>
          <a:bodyPr tIns="45708" bIns="45708" anchor="ctr"/>
          <a:lstStyle/>
          <a:p>
            <a:endParaRPr sz="900" b="0" i="0">
              <a:latin typeface="GT Walsheim Regular" pitchFamily="2" charset="77"/>
            </a:endParaRPr>
          </a:p>
        </p:txBody>
      </p:sp>
      <p:sp>
        <p:nvSpPr>
          <p:cNvPr id="37" name="Triangle">
            <a:extLst>
              <a:ext uri="{FF2B5EF4-FFF2-40B4-BE49-F238E27FC236}">
                <a16:creationId xmlns:a16="http://schemas.microsoft.com/office/drawing/2014/main" id="{9B1EB0E5-6893-6F9E-FCC0-CF6E0736BEA8}"/>
              </a:ext>
            </a:extLst>
          </p:cNvPr>
          <p:cNvSpPr/>
          <p:nvPr userDrawn="1"/>
        </p:nvSpPr>
        <p:spPr>
          <a:xfrm>
            <a:off x="656031" y="3270340"/>
            <a:ext cx="210405" cy="2104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tIns="45708" bIns="45708" anchor="ctr"/>
          <a:lstStyle/>
          <a:p>
            <a:endParaRPr sz="900" b="0" i="0">
              <a:latin typeface="GT Walsheim Regular" pitchFamily="2" charset="77"/>
            </a:endParaRPr>
          </a:p>
        </p:txBody>
      </p:sp>
      <p:sp>
        <p:nvSpPr>
          <p:cNvPr id="38" name="Triangle">
            <a:extLst>
              <a:ext uri="{FF2B5EF4-FFF2-40B4-BE49-F238E27FC236}">
                <a16:creationId xmlns:a16="http://schemas.microsoft.com/office/drawing/2014/main" id="{CCE22CF4-6341-FAD9-E206-C7091BB760F4}"/>
              </a:ext>
            </a:extLst>
          </p:cNvPr>
          <p:cNvSpPr/>
          <p:nvPr userDrawn="1"/>
        </p:nvSpPr>
        <p:spPr>
          <a:xfrm>
            <a:off x="6187131" y="5433548"/>
            <a:ext cx="210405" cy="2104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tIns="45708" bIns="45708" anchor="ctr"/>
          <a:lstStyle/>
          <a:p>
            <a:endParaRPr sz="900" b="0" i="0">
              <a:latin typeface="GT Walsheim Regular" pitchFamily="2" charset="77"/>
            </a:endParaRPr>
          </a:p>
        </p:txBody>
      </p:sp>
      <p:sp>
        <p:nvSpPr>
          <p:cNvPr id="39" name="Triangle">
            <a:extLst>
              <a:ext uri="{FF2B5EF4-FFF2-40B4-BE49-F238E27FC236}">
                <a16:creationId xmlns:a16="http://schemas.microsoft.com/office/drawing/2014/main" id="{7FEEACC3-A822-C5B7-B758-7A8D03335F92}"/>
              </a:ext>
            </a:extLst>
          </p:cNvPr>
          <p:cNvSpPr/>
          <p:nvPr userDrawn="1"/>
        </p:nvSpPr>
        <p:spPr>
          <a:xfrm>
            <a:off x="6187131" y="3270340"/>
            <a:ext cx="210405" cy="2104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12700">
            <a:miter lim="400000"/>
          </a:ln>
        </p:spPr>
        <p:txBody>
          <a:bodyPr tIns="45708" bIns="45708" anchor="ctr"/>
          <a:lstStyle/>
          <a:p>
            <a:endParaRPr sz="900" b="0" i="0">
              <a:latin typeface="GT Walsheim Regular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2836484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rd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125E7-EB2C-E30A-B6DE-661AFFA16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Rectangle">
            <a:extLst>
              <a:ext uri="{FF2B5EF4-FFF2-40B4-BE49-F238E27FC236}">
                <a16:creationId xmlns:a16="http://schemas.microsoft.com/office/drawing/2014/main" id="{FE33B497-AB29-695E-5EBD-8A45D5F23101}"/>
              </a:ext>
            </a:extLst>
          </p:cNvPr>
          <p:cNvSpPr/>
          <p:nvPr userDrawn="1"/>
        </p:nvSpPr>
        <p:spPr>
          <a:xfrm>
            <a:off x="659413" y="1520130"/>
            <a:ext cx="5342281" cy="1960697"/>
          </a:xfrm>
          <a:prstGeom prst="rect">
            <a:avLst/>
          </a:prstGeom>
          <a:solidFill>
            <a:srgbClr val="F6F6F8"/>
          </a:solidFill>
          <a:ln w="25400">
            <a:miter lim="400000"/>
          </a:ln>
          <a:effectLst>
            <a:outerShdw blurRad="508000" dist="76200" dir="5400000" rotWithShape="0">
              <a:srgbClr val="000000">
                <a:alpha val="8960"/>
              </a:srgbClr>
            </a:outerShdw>
          </a:effectLst>
        </p:spPr>
        <p:txBody>
          <a:bodyPr tIns="45708" bIns="45708" anchor="ctr"/>
          <a:lstStyle/>
          <a:p>
            <a:pPr>
              <a:defRPr sz="2000"/>
            </a:pPr>
            <a:endParaRPr sz="1000" b="0" i="0">
              <a:latin typeface="GT Walsheim Regular" pitchFamily="2" charset="77"/>
            </a:endParaRPr>
          </a:p>
        </p:txBody>
      </p:sp>
      <p:sp>
        <p:nvSpPr>
          <p:cNvPr id="10" name="Rectangle">
            <a:extLst>
              <a:ext uri="{FF2B5EF4-FFF2-40B4-BE49-F238E27FC236}">
                <a16:creationId xmlns:a16="http://schemas.microsoft.com/office/drawing/2014/main" id="{E2970C83-54FA-408E-8E08-527C493667C4}"/>
              </a:ext>
            </a:extLst>
          </p:cNvPr>
          <p:cNvSpPr/>
          <p:nvPr userDrawn="1"/>
        </p:nvSpPr>
        <p:spPr>
          <a:xfrm>
            <a:off x="6187131" y="1520130"/>
            <a:ext cx="5342281" cy="1960697"/>
          </a:xfrm>
          <a:prstGeom prst="rect">
            <a:avLst/>
          </a:prstGeom>
          <a:solidFill>
            <a:srgbClr val="F6F6F8"/>
          </a:solidFill>
          <a:ln w="25400">
            <a:miter lim="400000"/>
          </a:ln>
          <a:effectLst>
            <a:outerShdw blurRad="508000" dist="76200" dir="5400000" rotWithShape="0">
              <a:srgbClr val="000000">
                <a:alpha val="8960"/>
              </a:srgbClr>
            </a:outerShdw>
          </a:effectLst>
        </p:spPr>
        <p:txBody>
          <a:bodyPr tIns="45708" bIns="45708" anchor="ctr"/>
          <a:lstStyle/>
          <a:p>
            <a:pPr>
              <a:defRPr sz="2000"/>
            </a:pPr>
            <a:endParaRPr sz="1000" b="0" i="0">
              <a:latin typeface="GT Walsheim Regular" pitchFamily="2" charset="77"/>
            </a:endParaRPr>
          </a:p>
        </p:txBody>
      </p:sp>
      <p:sp>
        <p:nvSpPr>
          <p:cNvPr id="11" name="Rectangle">
            <a:extLst>
              <a:ext uri="{FF2B5EF4-FFF2-40B4-BE49-F238E27FC236}">
                <a16:creationId xmlns:a16="http://schemas.microsoft.com/office/drawing/2014/main" id="{FD858E28-A4C9-8866-84F5-BDAA38C86601}"/>
              </a:ext>
            </a:extLst>
          </p:cNvPr>
          <p:cNvSpPr/>
          <p:nvPr userDrawn="1"/>
        </p:nvSpPr>
        <p:spPr>
          <a:xfrm>
            <a:off x="659413" y="3682645"/>
            <a:ext cx="5342281" cy="1960696"/>
          </a:xfrm>
          <a:prstGeom prst="rect">
            <a:avLst/>
          </a:prstGeom>
          <a:solidFill>
            <a:srgbClr val="F6F6F8"/>
          </a:solidFill>
          <a:ln w="25400">
            <a:miter lim="400000"/>
          </a:ln>
          <a:effectLst>
            <a:outerShdw blurRad="508000" dist="76200" dir="5400000" rotWithShape="0">
              <a:srgbClr val="000000">
                <a:alpha val="8960"/>
              </a:srgbClr>
            </a:outerShdw>
          </a:effectLst>
        </p:spPr>
        <p:txBody>
          <a:bodyPr tIns="45708" bIns="45708" anchor="ctr"/>
          <a:lstStyle/>
          <a:p>
            <a:pPr>
              <a:defRPr sz="2000"/>
            </a:pPr>
            <a:endParaRPr sz="1000" b="0" i="0">
              <a:latin typeface="GT Walsheim Regular" pitchFamily="2" charset="77"/>
            </a:endParaRPr>
          </a:p>
        </p:txBody>
      </p:sp>
      <p:sp>
        <p:nvSpPr>
          <p:cNvPr id="12" name="Rectangle">
            <a:extLst>
              <a:ext uri="{FF2B5EF4-FFF2-40B4-BE49-F238E27FC236}">
                <a16:creationId xmlns:a16="http://schemas.microsoft.com/office/drawing/2014/main" id="{C8F7594D-975F-5D82-695A-A36484A3A591}"/>
              </a:ext>
            </a:extLst>
          </p:cNvPr>
          <p:cNvSpPr/>
          <p:nvPr userDrawn="1"/>
        </p:nvSpPr>
        <p:spPr>
          <a:xfrm>
            <a:off x="6187131" y="3682645"/>
            <a:ext cx="5342281" cy="1960696"/>
          </a:xfrm>
          <a:prstGeom prst="rect">
            <a:avLst/>
          </a:prstGeom>
          <a:solidFill>
            <a:srgbClr val="F6F6F8"/>
          </a:solidFill>
          <a:ln w="25400">
            <a:miter lim="400000"/>
          </a:ln>
          <a:effectLst>
            <a:outerShdw blurRad="508000" dist="76200" dir="5400000" rotWithShape="0">
              <a:srgbClr val="000000">
                <a:alpha val="8960"/>
              </a:srgbClr>
            </a:outerShdw>
          </a:effectLst>
        </p:spPr>
        <p:txBody>
          <a:bodyPr tIns="45708" bIns="45708" anchor="ctr"/>
          <a:lstStyle/>
          <a:p>
            <a:pPr>
              <a:defRPr sz="2000"/>
            </a:pPr>
            <a:endParaRPr sz="1000" b="0" i="0">
              <a:latin typeface="GT Walsheim Regular" pitchFamily="2" charset="77"/>
            </a:endParaRPr>
          </a:p>
        </p:txBody>
      </p:sp>
      <p:sp>
        <p:nvSpPr>
          <p:cNvPr id="13" name="Card Item">
            <a:extLst>
              <a:ext uri="{FF2B5EF4-FFF2-40B4-BE49-F238E27FC236}">
                <a16:creationId xmlns:a16="http://schemas.microsoft.com/office/drawing/2014/main" id="{67B8FC8E-6987-9AEF-FF7E-CB0FC396469B}"/>
              </a:ext>
            </a:extLst>
          </p:cNvPr>
          <p:cNvSpPr txBox="1">
            <a:spLocks noGrp="1"/>
          </p:cNvSpPr>
          <p:nvPr>
            <p:ph type="body" sz="quarter" idx="22"/>
          </p:nvPr>
        </p:nvSpPr>
        <p:spPr>
          <a:xfrm>
            <a:off x="807268" y="1675984"/>
            <a:ext cx="3475631" cy="384721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900">
                <a:solidFill>
                  <a:schemeClr val="tx2"/>
                </a:solidFill>
                <a:latin typeface="+mn-lt"/>
                <a:ea typeface="GT Walsheim Regular" pitchFamily="2" charset="77"/>
                <a:cs typeface="GT Walsheim Regular" pitchFamily="2" charset="77"/>
                <a:sym typeface="GTWalsheim-Regular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Lorem ipsum dolor sit amet, consectetur adipiscing elit, sed do eiusmod tempor incididunt ut labore et dolore magna aliqua. At varius vel pharetra vel turpis.">
            <a:extLst>
              <a:ext uri="{FF2B5EF4-FFF2-40B4-BE49-F238E27FC236}">
                <a16:creationId xmlns:a16="http://schemas.microsoft.com/office/drawing/2014/main" id="{64CDE618-FCF6-3AEC-6DC3-6328B2ADF98A}"/>
              </a:ext>
            </a:extLst>
          </p:cNvPr>
          <p:cNvSpPr txBox="1">
            <a:spLocks noGrp="1"/>
          </p:cNvSpPr>
          <p:nvPr>
            <p:ph type="body" sz="quarter" idx="23"/>
          </p:nvPr>
        </p:nvSpPr>
        <p:spPr>
          <a:xfrm>
            <a:off x="807268" y="2027213"/>
            <a:ext cx="4908705" cy="246221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000">
                <a:solidFill>
                  <a:schemeClr val="tx2"/>
                </a:solidFill>
                <a:latin typeface="+mn-lt"/>
                <a:ea typeface="GT Walsheim Regular" pitchFamily="2" charset="77"/>
                <a:cs typeface="GT Walsheim Regular" pitchFamily="2" charset="77"/>
                <a:sym typeface="GTWalsheim-Regular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ard Item">
            <a:extLst>
              <a:ext uri="{FF2B5EF4-FFF2-40B4-BE49-F238E27FC236}">
                <a16:creationId xmlns:a16="http://schemas.microsoft.com/office/drawing/2014/main" id="{BBB95933-562A-0910-8867-3F470FC03647}"/>
              </a:ext>
            </a:extLst>
          </p:cNvPr>
          <p:cNvSpPr txBox="1">
            <a:spLocks noGrp="1"/>
          </p:cNvSpPr>
          <p:nvPr>
            <p:ph type="body" sz="quarter" idx="24"/>
          </p:nvPr>
        </p:nvSpPr>
        <p:spPr>
          <a:xfrm>
            <a:off x="812346" y="3825274"/>
            <a:ext cx="3475631" cy="384721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900">
                <a:solidFill>
                  <a:schemeClr val="tx2"/>
                </a:solidFill>
                <a:latin typeface="+mn-lt"/>
                <a:ea typeface="GT Walsheim Regular" pitchFamily="2" charset="77"/>
                <a:cs typeface="GT Walsheim Regular" pitchFamily="2" charset="77"/>
                <a:sym typeface="GTWalsheim-Regular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Lorem ipsum dolor sit amet, consectetur adipiscing elit, sed do eiusmod tempor incididunt ut labore et dolore magna aliqua. At varius vel pharetra vel turpis.">
            <a:extLst>
              <a:ext uri="{FF2B5EF4-FFF2-40B4-BE49-F238E27FC236}">
                <a16:creationId xmlns:a16="http://schemas.microsoft.com/office/drawing/2014/main" id="{166D5C4A-741D-4899-3C3B-CF47079A5D82}"/>
              </a:ext>
            </a:extLst>
          </p:cNvPr>
          <p:cNvSpPr txBox="1">
            <a:spLocks noGrp="1"/>
          </p:cNvSpPr>
          <p:nvPr>
            <p:ph type="body" sz="quarter" idx="25"/>
          </p:nvPr>
        </p:nvSpPr>
        <p:spPr>
          <a:xfrm>
            <a:off x="812346" y="4176503"/>
            <a:ext cx="4898548" cy="246221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000">
                <a:solidFill>
                  <a:schemeClr val="tx2"/>
                </a:solidFill>
                <a:latin typeface="+mn-lt"/>
                <a:ea typeface="GT Walsheim Regular" pitchFamily="2" charset="77"/>
                <a:cs typeface="GT Walsheim Regular" pitchFamily="2" charset="77"/>
                <a:sym typeface="GTWalsheim-Regular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ard Item">
            <a:extLst>
              <a:ext uri="{FF2B5EF4-FFF2-40B4-BE49-F238E27FC236}">
                <a16:creationId xmlns:a16="http://schemas.microsoft.com/office/drawing/2014/main" id="{00F985F3-E2B7-386B-02EA-780319FBFF8B}"/>
              </a:ext>
            </a:extLst>
          </p:cNvPr>
          <p:cNvSpPr txBox="1">
            <a:spLocks noGrp="1"/>
          </p:cNvSpPr>
          <p:nvPr>
            <p:ph type="body" sz="quarter" idx="26"/>
          </p:nvPr>
        </p:nvSpPr>
        <p:spPr>
          <a:xfrm>
            <a:off x="6335408" y="1673742"/>
            <a:ext cx="3475631" cy="384721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900">
                <a:solidFill>
                  <a:schemeClr val="tx2"/>
                </a:solidFill>
                <a:latin typeface="+mn-lt"/>
                <a:ea typeface="GT Walsheim Regular" pitchFamily="2" charset="77"/>
                <a:cs typeface="GT Walsheim Regular" pitchFamily="2" charset="77"/>
                <a:sym typeface="GTWalsheim-Regular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Lorem ipsum dolor sit amet, consectetur adipiscing elit, sed do eiusmod tempor incididunt ut labore et dolore magna aliqua. At varius vel pharetra vel turpis.">
            <a:extLst>
              <a:ext uri="{FF2B5EF4-FFF2-40B4-BE49-F238E27FC236}">
                <a16:creationId xmlns:a16="http://schemas.microsoft.com/office/drawing/2014/main" id="{175D5C4F-C46F-6243-CD61-8FE023875864}"/>
              </a:ext>
            </a:extLst>
          </p:cNvPr>
          <p:cNvSpPr txBox="1">
            <a:spLocks noGrp="1"/>
          </p:cNvSpPr>
          <p:nvPr>
            <p:ph type="body" sz="quarter" idx="27"/>
          </p:nvPr>
        </p:nvSpPr>
        <p:spPr>
          <a:xfrm>
            <a:off x="6335408" y="2024970"/>
            <a:ext cx="4908705" cy="246221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000">
                <a:solidFill>
                  <a:schemeClr val="tx2"/>
                </a:solidFill>
                <a:latin typeface="+mn-lt"/>
                <a:ea typeface="GT Walsheim Regular" pitchFamily="2" charset="77"/>
                <a:cs typeface="GT Walsheim Regular" pitchFamily="2" charset="77"/>
                <a:sym typeface="GTWalsheim-Regular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ard Item">
            <a:extLst>
              <a:ext uri="{FF2B5EF4-FFF2-40B4-BE49-F238E27FC236}">
                <a16:creationId xmlns:a16="http://schemas.microsoft.com/office/drawing/2014/main" id="{2971FC2C-8AFF-992A-9726-80CDA5EB6CE1}"/>
              </a:ext>
            </a:extLst>
          </p:cNvPr>
          <p:cNvSpPr txBox="1">
            <a:spLocks noGrp="1"/>
          </p:cNvSpPr>
          <p:nvPr>
            <p:ph type="body" sz="quarter" idx="28"/>
          </p:nvPr>
        </p:nvSpPr>
        <p:spPr>
          <a:xfrm>
            <a:off x="6335408" y="3830744"/>
            <a:ext cx="3475631" cy="384721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900">
                <a:solidFill>
                  <a:schemeClr val="tx2"/>
                </a:solidFill>
                <a:latin typeface="+mn-lt"/>
                <a:ea typeface="GT Walsheim Regular" pitchFamily="2" charset="77"/>
                <a:cs typeface="GT Walsheim Regular" pitchFamily="2" charset="77"/>
                <a:sym typeface="GTWalsheim-Regular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Lorem ipsum dolor sit amet, consectetur adipiscing elit, sed do eiusmod tempor incididunt ut labore et dolore magna aliqua. At varius vel pharetra vel turpis.">
            <a:extLst>
              <a:ext uri="{FF2B5EF4-FFF2-40B4-BE49-F238E27FC236}">
                <a16:creationId xmlns:a16="http://schemas.microsoft.com/office/drawing/2014/main" id="{CDB9AD86-68CA-4DF2-B5AB-269C3D2EF9E2}"/>
              </a:ext>
            </a:extLst>
          </p:cNvPr>
          <p:cNvSpPr txBox="1">
            <a:spLocks noGrp="1"/>
          </p:cNvSpPr>
          <p:nvPr>
            <p:ph type="body" sz="quarter" idx="29"/>
          </p:nvPr>
        </p:nvSpPr>
        <p:spPr>
          <a:xfrm>
            <a:off x="6335408" y="4181973"/>
            <a:ext cx="5045727" cy="246221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1000">
                <a:solidFill>
                  <a:schemeClr val="tx2"/>
                </a:solidFill>
                <a:latin typeface="+mn-lt"/>
                <a:ea typeface="GT Walsheim Regular" pitchFamily="2" charset="77"/>
                <a:cs typeface="GT Walsheim Regular" pitchFamily="2" charset="77"/>
                <a:sym typeface="GTWalsheim-Regular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riangle">
            <a:extLst>
              <a:ext uri="{FF2B5EF4-FFF2-40B4-BE49-F238E27FC236}">
                <a16:creationId xmlns:a16="http://schemas.microsoft.com/office/drawing/2014/main" id="{4228DE86-3C83-DDB3-1C15-7798E050DD3F}"/>
              </a:ext>
            </a:extLst>
          </p:cNvPr>
          <p:cNvSpPr/>
          <p:nvPr userDrawn="1"/>
        </p:nvSpPr>
        <p:spPr>
          <a:xfrm>
            <a:off x="656031" y="5433548"/>
            <a:ext cx="210405" cy="2104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tIns="45708" bIns="45708" anchor="ctr"/>
          <a:lstStyle/>
          <a:p>
            <a:endParaRPr sz="900" b="0" i="0">
              <a:latin typeface="GT Walsheim Regular" pitchFamily="2" charset="77"/>
            </a:endParaRPr>
          </a:p>
        </p:txBody>
      </p:sp>
      <p:sp>
        <p:nvSpPr>
          <p:cNvPr id="22" name="Triangle">
            <a:extLst>
              <a:ext uri="{FF2B5EF4-FFF2-40B4-BE49-F238E27FC236}">
                <a16:creationId xmlns:a16="http://schemas.microsoft.com/office/drawing/2014/main" id="{169876A2-6CE6-7D78-5E45-3B966DE5EBC4}"/>
              </a:ext>
            </a:extLst>
          </p:cNvPr>
          <p:cNvSpPr/>
          <p:nvPr userDrawn="1"/>
        </p:nvSpPr>
        <p:spPr>
          <a:xfrm>
            <a:off x="656031" y="3270340"/>
            <a:ext cx="210405" cy="2104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tIns="45708" bIns="45708" anchor="ctr"/>
          <a:lstStyle/>
          <a:p>
            <a:endParaRPr sz="900" b="0" i="0">
              <a:latin typeface="GT Walsheim Regular" pitchFamily="2" charset="77"/>
            </a:endParaRPr>
          </a:p>
        </p:txBody>
      </p:sp>
      <p:sp>
        <p:nvSpPr>
          <p:cNvPr id="23" name="Triangle">
            <a:extLst>
              <a:ext uri="{FF2B5EF4-FFF2-40B4-BE49-F238E27FC236}">
                <a16:creationId xmlns:a16="http://schemas.microsoft.com/office/drawing/2014/main" id="{69D9BC11-1D42-DF46-6CB9-A5EBD54739F6}"/>
              </a:ext>
            </a:extLst>
          </p:cNvPr>
          <p:cNvSpPr/>
          <p:nvPr userDrawn="1"/>
        </p:nvSpPr>
        <p:spPr>
          <a:xfrm>
            <a:off x="6187131" y="5433548"/>
            <a:ext cx="210405" cy="2104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tIns="45708" bIns="45708" anchor="ctr"/>
          <a:lstStyle/>
          <a:p>
            <a:endParaRPr sz="900" b="0" i="0">
              <a:latin typeface="GT Walsheim Regular" pitchFamily="2" charset="77"/>
            </a:endParaRPr>
          </a:p>
        </p:txBody>
      </p:sp>
      <p:sp>
        <p:nvSpPr>
          <p:cNvPr id="24" name="Triangle">
            <a:extLst>
              <a:ext uri="{FF2B5EF4-FFF2-40B4-BE49-F238E27FC236}">
                <a16:creationId xmlns:a16="http://schemas.microsoft.com/office/drawing/2014/main" id="{DEB24600-A0CF-97CE-750B-A6A4B0956D0D}"/>
              </a:ext>
            </a:extLst>
          </p:cNvPr>
          <p:cNvSpPr/>
          <p:nvPr userDrawn="1"/>
        </p:nvSpPr>
        <p:spPr>
          <a:xfrm>
            <a:off x="6187131" y="3270340"/>
            <a:ext cx="210405" cy="2104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tIns="45708" bIns="45708" anchor="ctr"/>
          <a:lstStyle/>
          <a:p>
            <a:endParaRPr sz="900" b="0" i="0">
              <a:latin typeface="GT Walsheim Regular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06302472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 Overview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356;p51">
            <a:extLst>
              <a:ext uri="{FF2B5EF4-FFF2-40B4-BE49-F238E27FC236}">
                <a16:creationId xmlns:a16="http://schemas.microsoft.com/office/drawing/2014/main" id="{94FE3BC8-EB49-6DEE-4F83-511089A20847}"/>
              </a:ext>
            </a:extLst>
          </p:cNvPr>
          <p:cNvSpPr/>
          <p:nvPr userDrawn="1"/>
        </p:nvSpPr>
        <p:spPr>
          <a:xfrm>
            <a:off x="8345377" y="-25875"/>
            <a:ext cx="3845149" cy="6909751"/>
          </a:xfrm>
          <a:prstGeom prst="rect">
            <a:avLst/>
          </a:prstGeom>
          <a:solidFill>
            <a:schemeClr val="accent1">
              <a:alpha val="3479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1218956"/>
            <a:endParaRPr sz="900" b="0" i="0">
              <a:latin typeface="GT Walsheim Regular" pitchFamily="2" charset="77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C30BD4-642B-0430-E0E8-21538EEB0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26955"/>
            <a:ext cx="7301342" cy="1380853"/>
          </a:xfrm>
        </p:spPr>
        <p:txBody>
          <a:bodyPr anchor="ctr"/>
          <a:lstStyle>
            <a:lvl1pPr>
              <a:defRPr b="0" i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304D416-9260-3084-F775-61954849CD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329" y="1496350"/>
            <a:ext cx="7296694" cy="878649"/>
          </a:xfrm>
        </p:spPr>
        <p:txBody>
          <a:bodyPr>
            <a:normAutofit/>
          </a:bodyPr>
          <a:lstStyle>
            <a:lvl1pPr marL="12700" indent="0" algn="l">
              <a:buNone/>
              <a:tabLst/>
              <a:defRPr sz="1800" b="0" i="0">
                <a:solidFill>
                  <a:schemeClr val="accent2"/>
                </a:solidFill>
                <a:latin typeface="+mn-lt"/>
              </a:defRPr>
            </a:lvl1pPr>
            <a:lvl2pPr marL="12700" indent="0" algn="l">
              <a:buNone/>
              <a:tabLst/>
              <a:defRPr sz="1800" b="0" i="0">
                <a:solidFill>
                  <a:schemeClr val="accent2"/>
                </a:solidFill>
                <a:latin typeface="+mn-lt"/>
              </a:defRPr>
            </a:lvl2pPr>
            <a:lvl3pPr marL="12700" indent="0" algn="l">
              <a:buNone/>
              <a:tabLst/>
              <a:defRPr sz="1800" b="0" i="0">
                <a:solidFill>
                  <a:schemeClr val="accent2"/>
                </a:solidFill>
                <a:latin typeface="+mn-lt"/>
              </a:defRPr>
            </a:lvl3pPr>
            <a:lvl4pPr marL="12700" indent="0" algn="l">
              <a:buNone/>
              <a:tabLst/>
              <a:defRPr sz="1800" b="0" i="0">
                <a:solidFill>
                  <a:schemeClr val="accent2"/>
                </a:solidFill>
                <a:latin typeface="+mn-lt"/>
              </a:defRPr>
            </a:lvl4pPr>
            <a:lvl5pPr marL="12700" indent="0" algn="l">
              <a:buNone/>
              <a:tabLst/>
              <a:defRPr sz="1800" b="0" i="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67AF5C69-2332-EC30-424F-E07A2673ADAA}"/>
              </a:ext>
            </a:extLst>
          </p:cNvPr>
          <p:cNvSpPr>
            <a:spLocks noGrp="1"/>
          </p:cNvSpPr>
          <p:nvPr>
            <p:ph idx="25"/>
          </p:nvPr>
        </p:nvSpPr>
        <p:spPr>
          <a:xfrm>
            <a:off x="609329" y="2670381"/>
            <a:ext cx="3755891" cy="1768170"/>
          </a:xfrm>
        </p:spPr>
        <p:txBody>
          <a:bodyPr>
            <a:normAutofit/>
          </a:bodyPr>
          <a:lstStyle>
            <a:lvl1pPr marL="12700" indent="0" algn="l">
              <a:buNone/>
              <a:tabLst/>
              <a:defRPr sz="1800" b="0" i="0">
                <a:solidFill>
                  <a:schemeClr val="accent2"/>
                </a:solidFill>
                <a:latin typeface="+mn-lt"/>
              </a:defRPr>
            </a:lvl1pPr>
            <a:lvl2pPr marL="12700" indent="0" algn="l">
              <a:buNone/>
              <a:tabLst/>
              <a:defRPr sz="1800" b="0" i="0">
                <a:solidFill>
                  <a:schemeClr val="accent2"/>
                </a:solidFill>
                <a:latin typeface="+mn-lt"/>
              </a:defRPr>
            </a:lvl2pPr>
            <a:lvl3pPr marL="12700" indent="0" algn="l">
              <a:buNone/>
              <a:tabLst/>
              <a:defRPr sz="1800" b="0" i="0">
                <a:solidFill>
                  <a:schemeClr val="accent2"/>
                </a:solidFill>
                <a:latin typeface="+mn-lt"/>
              </a:defRPr>
            </a:lvl3pPr>
            <a:lvl4pPr marL="12700" indent="0" algn="l">
              <a:buNone/>
              <a:tabLst/>
              <a:defRPr sz="1800" b="0" i="0">
                <a:solidFill>
                  <a:schemeClr val="accent2"/>
                </a:solidFill>
                <a:latin typeface="+mn-lt"/>
              </a:defRPr>
            </a:lvl4pPr>
            <a:lvl5pPr marL="12700" indent="0" algn="l">
              <a:buNone/>
              <a:tabLst/>
              <a:defRPr sz="1800" b="0" i="0">
                <a:solidFill>
                  <a:schemeClr val="accent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1962448B-2363-5E80-0FCB-CC714AC2FA4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528475" y="477272"/>
            <a:ext cx="3335428" cy="1248305"/>
          </a:xfrm>
        </p:spPr>
        <p:txBody>
          <a:bodyPr tIns="45720" bIns="45720">
            <a:normAutofit/>
          </a:bodyPr>
          <a:lstStyle>
            <a:lvl1pPr marL="0" indent="0" algn="ctr">
              <a:lnSpc>
                <a:spcPct val="70000"/>
              </a:lnSpc>
              <a:buNone/>
              <a:defRPr sz="30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Master text styles</a:t>
            </a:r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D45AF060-20CE-4E5E-77F8-2E0637B3B07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28475" y="2054817"/>
            <a:ext cx="3335428" cy="691655"/>
          </a:xfrm>
        </p:spPr>
        <p:txBody>
          <a:bodyPr tIns="45720" bIns="45720">
            <a:normAutofit/>
          </a:bodyPr>
          <a:lstStyle>
            <a:lvl1pPr marL="0" indent="0" algn="ctr">
              <a:lnSpc>
                <a:spcPct val="70000"/>
              </a:lnSpc>
              <a:buNone/>
              <a:defRPr sz="30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6AC1F95-C2D4-9025-9147-C41C7DCB698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528475" y="3056368"/>
            <a:ext cx="3335428" cy="3077760"/>
          </a:xfrm>
        </p:spPr>
        <p:txBody>
          <a:bodyPr tIns="45720" bIns="45720">
            <a:normAutofit/>
          </a:bodyPr>
          <a:lstStyle>
            <a:lvl1pPr marL="0" indent="0" algn="ctr">
              <a:lnSpc>
                <a:spcPct val="70000"/>
              </a:lnSpc>
              <a:buNone/>
              <a:defRPr sz="30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940A95-3345-C9F9-C564-90AC8EE1D383}"/>
              </a:ext>
            </a:extLst>
          </p:cNvPr>
          <p:cNvSpPr txBox="1"/>
          <p:nvPr userDrawn="1"/>
        </p:nvSpPr>
        <p:spPr>
          <a:xfrm>
            <a:off x="11582400" y="6389682"/>
            <a:ext cx="403471" cy="3832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>
              <a:defRPr sz="1000" b="0" i="0">
                <a:solidFill>
                  <a:schemeClr val="bg1"/>
                </a:solidFill>
              </a:defRPr>
            </a:lvl1pPr>
          </a:lstStyle>
          <a:p>
            <a:pPr lvl="0"/>
            <a:fld id="{8CB6075D-8BAC-B844-A668-187D1189595D}" type="slidenum">
              <a:rPr lang="en-US" smtClean="0"/>
              <a:pPr lvl="0"/>
              <a:t>‹#›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A185AF-5509-CD4E-98E4-3C6935A743BB}"/>
              </a:ext>
            </a:extLst>
          </p:cNvPr>
          <p:cNvSpPr txBox="1"/>
          <p:nvPr userDrawn="1"/>
        </p:nvSpPr>
        <p:spPr>
          <a:xfrm>
            <a:off x="10231119" y="6397322"/>
            <a:ext cx="1432431" cy="376932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txBody>
          <a:bodyPr rot="0" spcFirstLastPara="1" vertOverflow="overflow" horzOverflow="overflow" vert="horz" wrap="none" lIns="91439" tIns="91439" rIns="91439" bIns="91439" numCol="1" spcCol="38100" rtlCol="0" anchor="ctr">
            <a:noAutofit/>
          </a:bodyPr>
          <a:lstStyle/>
          <a:p>
            <a:pPr marL="0" marR="0" lvl="0" indent="0" algn="r" defTabSz="18288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sym typeface="IntelOne Text"/>
              </a:rPr>
              <a:t>Altera Confidential</a:t>
            </a:r>
          </a:p>
        </p:txBody>
      </p:sp>
    </p:spTree>
    <p:extLst>
      <p:ext uri="{BB962C8B-B14F-4D97-AF65-F5344CB8AC3E}">
        <p14:creationId xmlns:p14="http://schemas.microsoft.com/office/powerpoint/2010/main" val="248754282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 Blu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ACB57B-3C5D-8065-845C-616060F8BCD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164286" y="1617036"/>
            <a:ext cx="6118670" cy="193757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892618B-E0F8-25E2-1003-52CA81F8B6B4}"/>
              </a:ext>
            </a:extLst>
          </p:cNvPr>
          <p:cNvSpPr txBox="1"/>
          <p:nvPr userDrawn="1"/>
        </p:nvSpPr>
        <p:spPr>
          <a:xfrm>
            <a:off x="3665881" y="3677478"/>
            <a:ext cx="4661453" cy="9144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lang="en-US" sz="3200" spc="29">
                <a:solidFill>
                  <a:schemeClr val="accent2"/>
                </a:solidFill>
                <a:sym typeface="Montserrat Regular"/>
              </a:rPr>
              <a:t>Accelerating Innovators.</a:t>
            </a:r>
          </a:p>
        </p:txBody>
      </p:sp>
    </p:spTree>
    <p:extLst>
      <p:ext uri="{BB962C8B-B14F-4D97-AF65-F5344CB8AC3E}">
        <p14:creationId xmlns:p14="http://schemas.microsoft.com/office/powerpoint/2010/main" val="249518704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 Blu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EEA4B22-7DE1-F45F-76E9-C079B1CBDA2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164286" y="1617036"/>
            <a:ext cx="6118670" cy="19375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90F769-87C4-12DB-6097-73E9D6D34038}"/>
              </a:ext>
            </a:extLst>
          </p:cNvPr>
          <p:cNvSpPr txBox="1"/>
          <p:nvPr userDrawn="1"/>
        </p:nvSpPr>
        <p:spPr>
          <a:xfrm>
            <a:off x="3665881" y="3677478"/>
            <a:ext cx="4661453" cy="9144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lang="en-US" sz="3200" spc="29">
                <a:solidFill>
                  <a:schemeClr val="accent2"/>
                </a:solidFill>
                <a:sym typeface="Montserrat Regular"/>
              </a:rPr>
              <a:t>Accelerating Innovators.</a:t>
            </a:r>
          </a:p>
        </p:txBody>
      </p:sp>
    </p:spTree>
    <p:extLst>
      <p:ext uri="{BB962C8B-B14F-4D97-AF65-F5344CB8AC3E}">
        <p14:creationId xmlns:p14="http://schemas.microsoft.com/office/powerpoint/2010/main" val="339820322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 Blue 3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82628EE-5389-BF7C-3F48-995022B64A5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78034" y="2139330"/>
            <a:ext cx="2835931" cy="2181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71878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Blue 1">
    <p:bg>
      <p:bgPr>
        <a:solidFill>
          <a:srgbClr val="002C6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A4197DC2-8F90-0EF0-116B-BA090F6DD0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8012" y="2490421"/>
            <a:ext cx="10972800" cy="1357587"/>
          </a:xfrm>
        </p:spPr>
        <p:txBody>
          <a:bodyPr>
            <a:noAutofit/>
          </a:bodyPr>
          <a:lstStyle>
            <a:lvl1pPr marL="0" algn="ctr" defTabSz="914400" rtl="0" eaLnBrk="1" latinLnBrk="0" hangingPunct="1">
              <a:defRPr lang="en-US" sz="7998" b="0" i="0" kern="1200" dirty="0">
                <a:solidFill>
                  <a:schemeClr val="bg1"/>
                </a:solidFill>
                <a:latin typeface="+mn-lt"/>
                <a:ea typeface="GTWalsheim-Regular"/>
                <a:cs typeface="GT Walsheim Regular" pitchFamily="2" charset="77"/>
                <a:sym typeface="GTWalsheim-Regular"/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BF8FE4-C647-173C-FFE9-463B7681D3E2}"/>
              </a:ext>
            </a:extLst>
          </p:cNvPr>
          <p:cNvSpPr txBox="1"/>
          <p:nvPr userDrawn="1"/>
        </p:nvSpPr>
        <p:spPr>
          <a:xfrm>
            <a:off x="5625885" y="5563892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endParaRPr lang="en-US" sz="150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E31601-7731-A1BA-FC2E-00B36BA1C60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999856" y="4596394"/>
            <a:ext cx="2272184" cy="71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06632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358A78F-F9B9-EE69-B416-8346D0CEC8DD}"/>
              </a:ext>
            </a:extLst>
          </p:cNvPr>
          <p:cNvSpPr/>
          <p:nvPr userDrawn="1"/>
        </p:nvSpPr>
        <p:spPr>
          <a:xfrm>
            <a:off x="646920" y="665410"/>
            <a:ext cx="277640" cy="277640"/>
          </a:xfrm>
          <a:prstGeom prst="rect">
            <a:avLst/>
          </a:prstGeom>
          <a:solidFill>
            <a:schemeClr val="tx2"/>
          </a:solidFill>
          <a:ln w="254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91439" rIns="91439" bIns="91439" numCol="1" spcCol="38100" rtlCol="0" anchor="ctr">
            <a:noAutofit/>
          </a:bodyPr>
          <a:lstStyle/>
          <a:p>
            <a: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GT Walsheim Regular" pitchFamily="2" charset="77"/>
              <a:ea typeface="+mn-ea"/>
              <a:cs typeface="+mn-cs"/>
              <a:sym typeface="IntelOne Tex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AF932C3-B075-290B-E128-C610CE439D69}"/>
              </a:ext>
            </a:extLst>
          </p:cNvPr>
          <p:cNvSpPr/>
          <p:nvPr userDrawn="1"/>
        </p:nvSpPr>
        <p:spPr>
          <a:xfrm>
            <a:off x="963150" y="665410"/>
            <a:ext cx="277640" cy="277640"/>
          </a:xfrm>
          <a:prstGeom prst="rect">
            <a:avLst/>
          </a:prstGeom>
          <a:solidFill>
            <a:srgbClr val="00377C"/>
          </a:solidFill>
          <a:ln w="254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91439" rIns="91439" bIns="91439" numCol="1" spcCol="38100" rtlCol="0" anchor="ctr">
            <a:noAutofit/>
          </a:bodyPr>
          <a:lstStyle/>
          <a:p>
            <a: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GT Walsheim Regular" pitchFamily="2" charset="77"/>
              <a:ea typeface="+mn-ea"/>
              <a:cs typeface="+mn-cs"/>
              <a:sym typeface="IntelOne Text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E9C210E-1D93-B8E0-3313-A9515762F9A9}"/>
              </a:ext>
            </a:extLst>
          </p:cNvPr>
          <p:cNvSpPr/>
          <p:nvPr userDrawn="1"/>
        </p:nvSpPr>
        <p:spPr>
          <a:xfrm>
            <a:off x="1279380" y="665410"/>
            <a:ext cx="277640" cy="277640"/>
          </a:xfrm>
          <a:prstGeom prst="rect">
            <a:avLst/>
          </a:prstGeom>
          <a:solidFill>
            <a:schemeClr val="accent1"/>
          </a:solidFill>
          <a:ln w="254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91439" rIns="91439" bIns="91439" numCol="1" spcCol="38100" rtlCol="0" anchor="ctr">
            <a:noAutofit/>
          </a:bodyPr>
          <a:lstStyle/>
          <a:p>
            <a: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GT Walsheim Regular" pitchFamily="2" charset="77"/>
              <a:ea typeface="+mn-ea"/>
              <a:cs typeface="+mn-cs"/>
              <a:sym typeface="IntelOne Text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AF71D6-D6F3-ADFD-C5BB-A7012B27B9C7}"/>
              </a:ext>
            </a:extLst>
          </p:cNvPr>
          <p:cNvSpPr/>
          <p:nvPr userDrawn="1"/>
        </p:nvSpPr>
        <p:spPr>
          <a:xfrm>
            <a:off x="1595610" y="665410"/>
            <a:ext cx="277640" cy="277640"/>
          </a:xfrm>
          <a:prstGeom prst="rect">
            <a:avLst/>
          </a:prstGeom>
          <a:solidFill>
            <a:schemeClr val="accent2"/>
          </a:solidFill>
          <a:ln w="254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91439" rIns="91439" bIns="91439" numCol="1" spcCol="38100" rtlCol="0" anchor="ctr">
            <a:noAutofit/>
          </a:bodyPr>
          <a:lstStyle/>
          <a:p>
            <a: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GT Walsheim Regular" pitchFamily="2" charset="77"/>
              <a:ea typeface="+mn-ea"/>
              <a:cs typeface="+mn-cs"/>
              <a:sym typeface="IntelOne Text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D79E9CC-DF67-6EFD-6D62-15ABC841C569}"/>
              </a:ext>
            </a:extLst>
          </p:cNvPr>
          <p:cNvSpPr/>
          <p:nvPr userDrawn="1"/>
        </p:nvSpPr>
        <p:spPr>
          <a:xfrm>
            <a:off x="1911840" y="665410"/>
            <a:ext cx="277640" cy="277640"/>
          </a:xfrm>
          <a:prstGeom prst="rect">
            <a:avLst/>
          </a:prstGeom>
          <a:solidFill>
            <a:schemeClr val="accent3"/>
          </a:solidFill>
          <a:ln w="254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91439" rIns="91439" bIns="91439" numCol="1" spcCol="38100" rtlCol="0" anchor="ctr">
            <a:noAutofit/>
          </a:bodyPr>
          <a:lstStyle/>
          <a:p>
            <a: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GT Walsheim Regular" pitchFamily="2" charset="77"/>
              <a:ea typeface="+mn-ea"/>
              <a:cs typeface="+mn-cs"/>
              <a:sym typeface="IntelOne Tex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6505A6-FAA0-C5BB-CE6C-60E969C664D7}"/>
              </a:ext>
            </a:extLst>
          </p:cNvPr>
          <p:cNvSpPr/>
          <p:nvPr userDrawn="1"/>
        </p:nvSpPr>
        <p:spPr>
          <a:xfrm>
            <a:off x="2228070" y="665410"/>
            <a:ext cx="277640" cy="277640"/>
          </a:xfrm>
          <a:prstGeom prst="rect">
            <a:avLst/>
          </a:prstGeom>
          <a:solidFill>
            <a:schemeClr val="accent4"/>
          </a:solidFill>
          <a:ln w="254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91439" rIns="91439" bIns="91439" numCol="1" spcCol="38100" rtlCol="0" anchor="ctr">
            <a:noAutofit/>
          </a:bodyPr>
          <a:lstStyle/>
          <a:p>
            <a: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GT Walsheim Regular" pitchFamily="2" charset="77"/>
              <a:ea typeface="+mn-ea"/>
              <a:cs typeface="+mn-cs"/>
              <a:sym typeface="IntelOne Text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1D8CC5-DB38-BEA3-11EB-115E026EB349}"/>
              </a:ext>
            </a:extLst>
          </p:cNvPr>
          <p:cNvSpPr/>
          <p:nvPr userDrawn="1"/>
        </p:nvSpPr>
        <p:spPr>
          <a:xfrm>
            <a:off x="2544300" y="665410"/>
            <a:ext cx="277640" cy="277640"/>
          </a:xfrm>
          <a:prstGeom prst="rect">
            <a:avLst/>
          </a:prstGeom>
          <a:solidFill>
            <a:schemeClr val="accent5"/>
          </a:solidFill>
          <a:ln w="254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91439" rIns="91439" bIns="91439" numCol="1" spcCol="38100" rtlCol="0" anchor="ctr">
            <a:noAutofit/>
          </a:bodyPr>
          <a:lstStyle/>
          <a:p>
            <a: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GT Walsheim Regular" pitchFamily="2" charset="77"/>
              <a:ea typeface="+mn-ea"/>
              <a:cs typeface="+mn-cs"/>
              <a:sym typeface="IntelOne Text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87E5869-2C40-0484-B285-8C6AD70C35AF}"/>
              </a:ext>
            </a:extLst>
          </p:cNvPr>
          <p:cNvSpPr/>
          <p:nvPr userDrawn="1"/>
        </p:nvSpPr>
        <p:spPr>
          <a:xfrm>
            <a:off x="2860530" y="665410"/>
            <a:ext cx="277640" cy="277640"/>
          </a:xfrm>
          <a:prstGeom prst="rect">
            <a:avLst/>
          </a:prstGeom>
          <a:solidFill>
            <a:schemeClr val="accent6"/>
          </a:solidFill>
          <a:ln w="254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439" tIns="91439" rIns="91439" bIns="91439" numCol="1" spcCol="38100" rtlCol="0" anchor="ctr">
            <a:noAutofit/>
          </a:bodyPr>
          <a:lstStyle/>
          <a:p>
            <a:pPr marL="0" marR="0" indent="0" algn="l" defTabSz="18288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GT Walsheim Regular" pitchFamily="2" charset="77"/>
              <a:ea typeface="+mn-ea"/>
              <a:cs typeface="+mn-cs"/>
              <a:sym typeface="IntelOne Text"/>
            </a:endParaRPr>
          </a:p>
        </p:txBody>
      </p:sp>
      <p:sp>
        <p:nvSpPr>
          <p:cNvPr id="2" name="Body Level One…">
            <a:extLst>
              <a:ext uri="{FF2B5EF4-FFF2-40B4-BE49-F238E27FC236}">
                <a16:creationId xmlns:a16="http://schemas.microsoft.com/office/drawing/2014/main" id="{CA0DAC03-4F00-8937-F23C-73193DA21C03}"/>
              </a:ext>
            </a:extLst>
          </p:cNvPr>
          <p:cNvSpPr txBox="1">
            <a:spLocks noGrp="1"/>
          </p:cNvSpPr>
          <p:nvPr>
            <p:ph type="body" sz="quarter" idx="14" hasCustomPrompt="1"/>
          </p:nvPr>
        </p:nvSpPr>
        <p:spPr>
          <a:xfrm>
            <a:off x="646920" y="1486742"/>
            <a:ext cx="10685999" cy="3651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ClrTx/>
              <a:buSzTx/>
              <a:buFontTx/>
              <a:buNone/>
              <a:defRPr sz="1600" b="0" i="0">
                <a:solidFill>
                  <a:schemeClr val="bg1"/>
                </a:solidFill>
                <a:latin typeface="GT Walsheim Light" pitchFamily="2" charset="0"/>
                <a:ea typeface="GT Walsheim Light" pitchFamily="2" charset="0"/>
                <a:cs typeface="GT Walsheim Light" pitchFamily="2" charset="0"/>
                <a:sym typeface="GTWalsheim-Regular"/>
              </a:defRPr>
            </a:lvl1pPr>
            <a:lvl2pPr marL="584083" indent="-355529">
              <a:buClrTx/>
              <a:buFontTx/>
              <a:defRPr sz="2799">
                <a:solidFill>
                  <a:srgbClr val="FFFFFF"/>
                </a:solidFill>
                <a:latin typeface="GT Walsheim Regular" pitchFamily="2" charset="77"/>
                <a:ea typeface="GT Walsheim Regular" pitchFamily="2" charset="77"/>
                <a:cs typeface="GT Walsheim Regular" pitchFamily="2" charset="77"/>
                <a:sym typeface="GTWalsheim-Regular"/>
              </a:defRPr>
            </a:lvl2pPr>
            <a:lvl3pPr marL="857079" indent="-399970">
              <a:buClrTx/>
              <a:buFontTx/>
              <a:defRPr sz="2799">
                <a:solidFill>
                  <a:srgbClr val="FFFFFF"/>
                </a:solidFill>
                <a:latin typeface="GT Walsheim Regular" pitchFamily="2" charset="77"/>
                <a:ea typeface="GT Walsheim Regular" pitchFamily="2" charset="77"/>
                <a:cs typeface="GT Walsheim Regular" pitchFamily="2" charset="77"/>
                <a:sym typeface="GTWalsheim-Regular"/>
              </a:defRPr>
            </a:lvl3pPr>
            <a:lvl4pPr marL="1142771" indent="-457109">
              <a:buClrTx/>
              <a:buFontTx/>
              <a:defRPr sz="2799">
                <a:solidFill>
                  <a:srgbClr val="FFFFFF"/>
                </a:solidFill>
                <a:latin typeface="GT Walsheim Regular" pitchFamily="2" charset="77"/>
                <a:ea typeface="GT Walsheim Regular" pitchFamily="2" charset="77"/>
                <a:cs typeface="GT Walsheim Regular" pitchFamily="2" charset="77"/>
                <a:sym typeface="GTWalsheim-Regular"/>
              </a:defRPr>
            </a:lvl4pPr>
            <a:lvl5pPr marL="1447510" indent="-533293">
              <a:buClrTx/>
              <a:buFontTx/>
              <a:defRPr sz="2799">
                <a:solidFill>
                  <a:srgbClr val="FFFFFF"/>
                </a:solidFill>
                <a:latin typeface="GT Walsheim Regular" pitchFamily="2" charset="77"/>
                <a:ea typeface="GT Walsheim Regular" pitchFamily="2" charset="77"/>
                <a:cs typeface="GT Walsheim Regular" pitchFamily="2" charset="77"/>
                <a:sym typeface="GTWalsheim-Regular"/>
              </a:defRPr>
            </a:lvl5pPr>
          </a:lstStyle>
          <a:p>
            <a:pPr lvl="0"/>
            <a:r>
              <a:rPr lang="en-US"/>
              <a:t>GT </a:t>
            </a:r>
            <a:r>
              <a:rPr lang="en-US" err="1"/>
              <a:t>Walsheim</a:t>
            </a:r>
            <a:r>
              <a:rPr lang="en-US"/>
              <a:t> Light</a:t>
            </a:r>
          </a:p>
        </p:txBody>
      </p:sp>
      <p:sp>
        <p:nvSpPr>
          <p:cNvPr id="5" name="Body Level One…">
            <a:extLst>
              <a:ext uri="{FF2B5EF4-FFF2-40B4-BE49-F238E27FC236}">
                <a16:creationId xmlns:a16="http://schemas.microsoft.com/office/drawing/2014/main" id="{9E72CB95-C239-EEF8-C042-1192ECDC859B}"/>
              </a:ext>
            </a:extLst>
          </p:cNvPr>
          <p:cNvSpPr txBox="1">
            <a:spLocks noGrp="1"/>
          </p:cNvSpPr>
          <p:nvPr>
            <p:ph type="body" sz="quarter" idx="15" hasCustomPrompt="1"/>
          </p:nvPr>
        </p:nvSpPr>
        <p:spPr>
          <a:xfrm>
            <a:off x="646920" y="2582768"/>
            <a:ext cx="10685999" cy="3651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ClrTx/>
              <a:buSzTx/>
              <a:buFontTx/>
              <a:buNone/>
              <a:defRPr sz="1600" b="0" i="0">
                <a:solidFill>
                  <a:schemeClr val="bg1"/>
                </a:solidFill>
                <a:latin typeface="GT Walsheim Medium" pitchFamily="2" charset="0"/>
                <a:ea typeface="+mj-ea"/>
                <a:cs typeface="GT Walsheim Medium" pitchFamily="2" charset="0"/>
                <a:sym typeface="GTWalsheim-Regular"/>
              </a:defRPr>
            </a:lvl1pPr>
            <a:lvl2pPr marL="584083" indent="-355529">
              <a:buClrTx/>
              <a:buFontTx/>
              <a:defRPr sz="2799">
                <a:solidFill>
                  <a:srgbClr val="FFFFFF"/>
                </a:solidFill>
                <a:latin typeface="GT Walsheim Regular" pitchFamily="2" charset="77"/>
                <a:ea typeface="GT Walsheim Regular" pitchFamily="2" charset="77"/>
                <a:cs typeface="GT Walsheim Regular" pitchFamily="2" charset="77"/>
                <a:sym typeface="GTWalsheim-Regular"/>
              </a:defRPr>
            </a:lvl2pPr>
            <a:lvl3pPr marL="857079" indent="-399970">
              <a:buClrTx/>
              <a:buFontTx/>
              <a:defRPr sz="2799">
                <a:solidFill>
                  <a:srgbClr val="FFFFFF"/>
                </a:solidFill>
                <a:latin typeface="GT Walsheim Regular" pitchFamily="2" charset="77"/>
                <a:ea typeface="GT Walsheim Regular" pitchFamily="2" charset="77"/>
                <a:cs typeface="GT Walsheim Regular" pitchFamily="2" charset="77"/>
                <a:sym typeface="GTWalsheim-Regular"/>
              </a:defRPr>
            </a:lvl3pPr>
            <a:lvl4pPr marL="1142771" indent="-457109">
              <a:buClrTx/>
              <a:buFontTx/>
              <a:defRPr sz="2799">
                <a:solidFill>
                  <a:srgbClr val="FFFFFF"/>
                </a:solidFill>
                <a:latin typeface="GT Walsheim Regular" pitchFamily="2" charset="77"/>
                <a:ea typeface="GT Walsheim Regular" pitchFamily="2" charset="77"/>
                <a:cs typeface="GT Walsheim Regular" pitchFamily="2" charset="77"/>
                <a:sym typeface="GTWalsheim-Regular"/>
              </a:defRPr>
            </a:lvl4pPr>
            <a:lvl5pPr marL="1447510" indent="-533293">
              <a:buClrTx/>
              <a:buFontTx/>
              <a:defRPr sz="2799">
                <a:solidFill>
                  <a:srgbClr val="FFFFFF"/>
                </a:solidFill>
                <a:latin typeface="GT Walsheim Regular" pitchFamily="2" charset="77"/>
                <a:ea typeface="GT Walsheim Regular" pitchFamily="2" charset="77"/>
                <a:cs typeface="GT Walsheim Regular" pitchFamily="2" charset="77"/>
                <a:sym typeface="GTWalsheim-Regular"/>
              </a:defRPr>
            </a:lvl5pPr>
          </a:lstStyle>
          <a:p>
            <a:pPr lvl="0"/>
            <a:r>
              <a:rPr lang="en-US"/>
              <a:t>GT </a:t>
            </a:r>
            <a:r>
              <a:rPr lang="en-US" err="1"/>
              <a:t>Walsheim</a:t>
            </a:r>
            <a:r>
              <a:rPr lang="en-US"/>
              <a:t> Medium</a:t>
            </a:r>
          </a:p>
        </p:txBody>
      </p:sp>
      <p:sp>
        <p:nvSpPr>
          <p:cNvPr id="6" name="Body Level One…">
            <a:extLst>
              <a:ext uri="{FF2B5EF4-FFF2-40B4-BE49-F238E27FC236}">
                <a16:creationId xmlns:a16="http://schemas.microsoft.com/office/drawing/2014/main" id="{5BC20326-9A1B-8F39-358A-1AFEAE53F340}"/>
              </a:ext>
            </a:extLst>
          </p:cNvPr>
          <p:cNvSpPr txBox="1">
            <a:spLocks noGrp="1"/>
          </p:cNvSpPr>
          <p:nvPr>
            <p:ph type="body" sz="quarter" idx="23" hasCustomPrompt="1"/>
          </p:nvPr>
        </p:nvSpPr>
        <p:spPr>
          <a:xfrm>
            <a:off x="646920" y="2034755"/>
            <a:ext cx="10685999" cy="3651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ClrTx/>
              <a:buSzTx/>
              <a:buFontTx/>
              <a:buNone/>
              <a:defRPr sz="1600" b="0" i="0">
                <a:solidFill>
                  <a:schemeClr val="bg1"/>
                </a:solidFill>
                <a:latin typeface="GT Walsheim Regular" pitchFamily="2" charset="0"/>
                <a:ea typeface="GT Walsheim Regular" pitchFamily="2" charset="0"/>
                <a:cs typeface="GT Walsheim Regular" pitchFamily="2" charset="0"/>
                <a:sym typeface="GTWalsheim-Regular"/>
              </a:defRPr>
            </a:lvl1pPr>
            <a:lvl2pPr marL="584083" indent="-355529">
              <a:buClrTx/>
              <a:buFontTx/>
              <a:defRPr sz="2799">
                <a:solidFill>
                  <a:srgbClr val="FFFFFF"/>
                </a:solidFill>
                <a:latin typeface="GT Walsheim Regular" pitchFamily="2" charset="77"/>
                <a:ea typeface="GT Walsheim Regular" pitchFamily="2" charset="77"/>
                <a:cs typeface="GT Walsheim Regular" pitchFamily="2" charset="77"/>
                <a:sym typeface="GTWalsheim-Regular"/>
              </a:defRPr>
            </a:lvl2pPr>
            <a:lvl3pPr marL="857079" indent="-399970">
              <a:buClrTx/>
              <a:buFontTx/>
              <a:defRPr sz="2799">
                <a:solidFill>
                  <a:srgbClr val="FFFFFF"/>
                </a:solidFill>
                <a:latin typeface="GT Walsheim Regular" pitchFamily="2" charset="77"/>
                <a:ea typeface="GT Walsheim Regular" pitchFamily="2" charset="77"/>
                <a:cs typeface="GT Walsheim Regular" pitchFamily="2" charset="77"/>
                <a:sym typeface="GTWalsheim-Regular"/>
              </a:defRPr>
            </a:lvl3pPr>
            <a:lvl4pPr marL="1142771" indent="-457109">
              <a:buClrTx/>
              <a:buFontTx/>
              <a:defRPr sz="2799">
                <a:solidFill>
                  <a:srgbClr val="FFFFFF"/>
                </a:solidFill>
                <a:latin typeface="GT Walsheim Regular" pitchFamily="2" charset="77"/>
                <a:ea typeface="GT Walsheim Regular" pitchFamily="2" charset="77"/>
                <a:cs typeface="GT Walsheim Regular" pitchFamily="2" charset="77"/>
                <a:sym typeface="GTWalsheim-Regular"/>
              </a:defRPr>
            </a:lvl4pPr>
            <a:lvl5pPr marL="1447510" indent="-533293">
              <a:buClrTx/>
              <a:buFontTx/>
              <a:defRPr sz="2799">
                <a:solidFill>
                  <a:srgbClr val="FFFFFF"/>
                </a:solidFill>
                <a:latin typeface="GT Walsheim Regular" pitchFamily="2" charset="77"/>
                <a:ea typeface="GT Walsheim Regular" pitchFamily="2" charset="77"/>
                <a:cs typeface="GT Walsheim Regular" pitchFamily="2" charset="77"/>
                <a:sym typeface="GTWalsheim-Regular"/>
              </a:defRPr>
            </a:lvl5pPr>
          </a:lstStyle>
          <a:p>
            <a:pPr lvl="0"/>
            <a:r>
              <a:rPr lang="en-US"/>
              <a:t>GT </a:t>
            </a:r>
            <a:r>
              <a:rPr lang="en-US" err="1"/>
              <a:t>Walsheim</a:t>
            </a:r>
            <a:r>
              <a:rPr lang="en-US"/>
              <a:t> Regular Oblique</a:t>
            </a:r>
          </a:p>
        </p:txBody>
      </p:sp>
      <p:sp>
        <p:nvSpPr>
          <p:cNvPr id="15" name="Body Level One…">
            <a:extLst>
              <a:ext uri="{FF2B5EF4-FFF2-40B4-BE49-F238E27FC236}">
                <a16:creationId xmlns:a16="http://schemas.microsoft.com/office/drawing/2014/main" id="{C2E01218-6710-A15C-7BC0-880295F15D38}"/>
              </a:ext>
            </a:extLst>
          </p:cNvPr>
          <p:cNvSpPr txBox="1">
            <a:spLocks noGrp="1"/>
          </p:cNvSpPr>
          <p:nvPr>
            <p:ph type="body" sz="quarter" idx="24" hasCustomPrompt="1"/>
          </p:nvPr>
        </p:nvSpPr>
        <p:spPr>
          <a:xfrm>
            <a:off x="646919" y="3130781"/>
            <a:ext cx="10685999" cy="3651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ClrTx/>
              <a:buSzTx/>
              <a:buFontTx/>
              <a:buNone/>
              <a:defRPr sz="1600" b="0" i="0">
                <a:solidFill>
                  <a:schemeClr val="bg1"/>
                </a:solidFill>
                <a:latin typeface="IntelOne Display Light" panose="020B0403020203020204" pitchFamily="34" charset="77"/>
                <a:ea typeface="+mj-ea"/>
                <a:cs typeface="+mj-cs"/>
                <a:sym typeface="GTWalsheim-Regular"/>
              </a:defRPr>
            </a:lvl1pPr>
            <a:lvl2pPr marL="584083" indent="-355529">
              <a:buClrTx/>
              <a:buFontTx/>
              <a:defRPr sz="2799">
                <a:solidFill>
                  <a:srgbClr val="FFFFFF"/>
                </a:solidFill>
                <a:latin typeface="GT Walsheim Regular" pitchFamily="2" charset="77"/>
                <a:ea typeface="GT Walsheim Regular" pitchFamily="2" charset="77"/>
                <a:cs typeface="GT Walsheim Regular" pitchFamily="2" charset="77"/>
                <a:sym typeface="GTWalsheim-Regular"/>
              </a:defRPr>
            </a:lvl2pPr>
            <a:lvl3pPr marL="857079" indent="-399970">
              <a:buClrTx/>
              <a:buFontTx/>
              <a:defRPr sz="2799">
                <a:solidFill>
                  <a:srgbClr val="FFFFFF"/>
                </a:solidFill>
                <a:latin typeface="GT Walsheim Regular" pitchFamily="2" charset="77"/>
                <a:ea typeface="GT Walsheim Regular" pitchFamily="2" charset="77"/>
                <a:cs typeface="GT Walsheim Regular" pitchFamily="2" charset="77"/>
                <a:sym typeface="GTWalsheim-Regular"/>
              </a:defRPr>
            </a:lvl3pPr>
            <a:lvl4pPr marL="1142771" indent="-457109">
              <a:buClrTx/>
              <a:buFontTx/>
              <a:defRPr sz="2799">
                <a:solidFill>
                  <a:srgbClr val="FFFFFF"/>
                </a:solidFill>
                <a:latin typeface="GT Walsheim Regular" pitchFamily="2" charset="77"/>
                <a:ea typeface="GT Walsheim Regular" pitchFamily="2" charset="77"/>
                <a:cs typeface="GT Walsheim Regular" pitchFamily="2" charset="77"/>
                <a:sym typeface="GTWalsheim-Regular"/>
              </a:defRPr>
            </a:lvl4pPr>
            <a:lvl5pPr marL="1447510" indent="-533293">
              <a:buClrTx/>
              <a:buFontTx/>
              <a:defRPr sz="2799">
                <a:solidFill>
                  <a:srgbClr val="FFFFFF"/>
                </a:solidFill>
                <a:latin typeface="GT Walsheim Regular" pitchFamily="2" charset="77"/>
                <a:ea typeface="GT Walsheim Regular" pitchFamily="2" charset="77"/>
                <a:cs typeface="GT Walsheim Regular" pitchFamily="2" charset="77"/>
                <a:sym typeface="GTWalsheim-Regular"/>
              </a:defRPr>
            </a:lvl5pPr>
          </a:lstStyle>
          <a:p>
            <a:pPr lvl="0"/>
            <a:r>
              <a:rPr lang="en-US" err="1"/>
              <a:t>IntelOne</a:t>
            </a:r>
            <a:r>
              <a:rPr lang="en-US"/>
              <a:t> Display Light</a:t>
            </a:r>
          </a:p>
        </p:txBody>
      </p:sp>
      <p:sp>
        <p:nvSpPr>
          <p:cNvPr id="16" name="Body Level One…">
            <a:extLst>
              <a:ext uri="{FF2B5EF4-FFF2-40B4-BE49-F238E27FC236}">
                <a16:creationId xmlns:a16="http://schemas.microsoft.com/office/drawing/2014/main" id="{B476CF95-C3F5-ABA1-9425-1C66F984ADFA}"/>
              </a:ext>
            </a:extLst>
          </p:cNvPr>
          <p:cNvSpPr txBox="1">
            <a:spLocks noGrp="1"/>
          </p:cNvSpPr>
          <p:nvPr>
            <p:ph type="body" sz="quarter" idx="25" hasCustomPrompt="1"/>
          </p:nvPr>
        </p:nvSpPr>
        <p:spPr>
          <a:xfrm>
            <a:off x="646919" y="3678794"/>
            <a:ext cx="10685999" cy="3651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ClrTx/>
              <a:buSzTx/>
              <a:buFontTx/>
              <a:buNone/>
              <a:defRPr sz="1600" b="0" i="0">
                <a:solidFill>
                  <a:schemeClr val="bg1"/>
                </a:solidFill>
                <a:latin typeface="IntelOne Text Light" panose="020B0403020203020204" pitchFamily="34" charset="77"/>
                <a:ea typeface="+mj-ea"/>
                <a:cs typeface="+mn-cs"/>
                <a:sym typeface="GTWalsheim-Regular"/>
              </a:defRPr>
            </a:lvl1pPr>
            <a:lvl2pPr marL="584083" indent="-355529">
              <a:buClrTx/>
              <a:buFontTx/>
              <a:defRPr sz="2799">
                <a:solidFill>
                  <a:srgbClr val="FFFFFF"/>
                </a:solidFill>
                <a:latin typeface="GT Walsheim Regular" pitchFamily="2" charset="77"/>
                <a:ea typeface="GT Walsheim Regular" pitchFamily="2" charset="77"/>
                <a:cs typeface="GT Walsheim Regular" pitchFamily="2" charset="77"/>
                <a:sym typeface="GTWalsheim-Regular"/>
              </a:defRPr>
            </a:lvl2pPr>
            <a:lvl3pPr marL="857079" indent="-399970">
              <a:buClrTx/>
              <a:buFontTx/>
              <a:defRPr sz="2799">
                <a:solidFill>
                  <a:srgbClr val="FFFFFF"/>
                </a:solidFill>
                <a:latin typeface="GT Walsheim Regular" pitchFamily="2" charset="77"/>
                <a:ea typeface="GT Walsheim Regular" pitchFamily="2" charset="77"/>
                <a:cs typeface="GT Walsheim Regular" pitchFamily="2" charset="77"/>
                <a:sym typeface="GTWalsheim-Regular"/>
              </a:defRPr>
            </a:lvl3pPr>
            <a:lvl4pPr marL="1142771" indent="-457109">
              <a:buClrTx/>
              <a:buFontTx/>
              <a:defRPr sz="2799">
                <a:solidFill>
                  <a:srgbClr val="FFFFFF"/>
                </a:solidFill>
                <a:latin typeface="GT Walsheim Regular" pitchFamily="2" charset="77"/>
                <a:ea typeface="GT Walsheim Regular" pitchFamily="2" charset="77"/>
                <a:cs typeface="GT Walsheim Regular" pitchFamily="2" charset="77"/>
                <a:sym typeface="GTWalsheim-Regular"/>
              </a:defRPr>
            </a:lvl4pPr>
            <a:lvl5pPr marL="1447510" indent="-533293">
              <a:buClrTx/>
              <a:buFontTx/>
              <a:defRPr sz="2799">
                <a:solidFill>
                  <a:srgbClr val="FFFFFF"/>
                </a:solidFill>
                <a:latin typeface="GT Walsheim Regular" pitchFamily="2" charset="77"/>
                <a:ea typeface="GT Walsheim Regular" pitchFamily="2" charset="77"/>
                <a:cs typeface="GT Walsheim Regular" pitchFamily="2" charset="77"/>
                <a:sym typeface="GTWalsheim-Regular"/>
              </a:defRPr>
            </a:lvl5pPr>
          </a:lstStyle>
          <a:p>
            <a:pPr lvl="0"/>
            <a:r>
              <a:rPr lang="en-US" err="1"/>
              <a:t>IntelOne</a:t>
            </a:r>
            <a:r>
              <a:rPr lang="en-US"/>
              <a:t> Text Light</a:t>
            </a:r>
          </a:p>
        </p:txBody>
      </p:sp>
    </p:spTree>
    <p:extLst>
      <p:ext uri="{BB962C8B-B14F-4D97-AF65-F5344CB8AC3E}">
        <p14:creationId xmlns:p14="http://schemas.microsoft.com/office/powerpoint/2010/main" val="228015941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 Alte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2BDB65E-51D5-D666-C3D8-5EDFF89EDF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7021" y="2283"/>
            <a:ext cx="12187941" cy="6855717"/>
          </a:xfrm>
          <a:prstGeom prst="rect">
            <a:avLst/>
          </a:pr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0F9DD63-9A32-C645-D1EC-6C0E63DD4C12}"/>
              </a:ext>
            </a:extLst>
          </p:cNvPr>
          <p:cNvSpPr/>
          <p:nvPr userDrawn="1"/>
        </p:nvSpPr>
        <p:spPr>
          <a:xfrm rot="10800000">
            <a:off x="0" y="-1"/>
            <a:ext cx="8369302" cy="6858001"/>
          </a:xfrm>
          <a:custGeom>
            <a:avLst/>
            <a:gdLst>
              <a:gd name="connsiteX0" fmla="*/ 0 w 8369302"/>
              <a:gd name="connsiteY0" fmla="*/ 0 h 6858001"/>
              <a:gd name="connsiteX1" fmla="*/ 8368908 w 8369302"/>
              <a:gd name="connsiteY1" fmla="*/ 0 h 6858001"/>
              <a:gd name="connsiteX2" fmla="*/ 8369258 w 8369302"/>
              <a:gd name="connsiteY2" fmla="*/ 404964 h 6858001"/>
              <a:gd name="connsiteX3" fmla="*/ 8363489 w 8369302"/>
              <a:gd name="connsiteY3" fmla="*/ 6367778 h 6858001"/>
              <a:gd name="connsiteX4" fmla="*/ 8363364 w 8369302"/>
              <a:gd name="connsiteY4" fmla="*/ 6858001 h 6858001"/>
              <a:gd name="connsiteX5" fmla="*/ 6780726 w 8369302"/>
              <a:gd name="connsiteY5" fmla="*/ 685800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369302" h="6858001">
                <a:moveTo>
                  <a:pt x="0" y="0"/>
                </a:moveTo>
                <a:lnTo>
                  <a:pt x="8368908" y="0"/>
                </a:lnTo>
                <a:lnTo>
                  <a:pt x="8369258" y="404964"/>
                </a:lnTo>
                <a:cubicBezTo>
                  <a:pt x="8369847" y="2482921"/>
                  <a:pt x="8364407" y="4344030"/>
                  <a:pt x="8363489" y="6367778"/>
                </a:cubicBezTo>
                <a:lnTo>
                  <a:pt x="8363364" y="6858001"/>
                </a:lnTo>
                <a:lnTo>
                  <a:pt x="6780726" y="6858001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0000"/>
                  <a:lumOff val="40000"/>
                  <a:alpha val="45000"/>
                </a:schemeClr>
              </a:gs>
              <a:gs pos="100000">
                <a:schemeClr val="tx2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11007F-82FA-EC2B-7191-6BF3ABBF711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4120" y="532961"/>
            <a:ext cx="1386741" cy="4134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2AE21E8-772B-A782-15AE-B24B25E0B41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04120" y="3865976"/>
            <a:ext cx="4972830" cy="838200"/>
          </a:xfrm>
        </p:spPr>
        <p:txBody>
          <a:bodyPr lIns="0" rIns="0" anchor="t"/>
          <a:lstStyle>
            <a:lvl1pPr algn="l">
              <a:defRPr sz="60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9268940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729C86F-7708-F991-884A-CFAFC4EE318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7021" y="2283"/>
            <a:ext cx="12187941" cy="6855717"/>
          </a:xfrm>
          <a:prstGeom prst="rect">
            <a:avLst/>
          </a:prstGeom>
        </p:spPr>
      </p:pic>
      <p:sp>
        <p:nvSpPr>
          <p:cNvPr id="3" name="Freeform: Shape 2">
            <a:extLst>
              <a:ext uri="{FF2B5EF4-FFF2-40B4-BE49-F238E27FC236}">
                <a16:creationId xmlns:a16="http://schemas.microsoft.com/office/drawing/2014/main" id="{1DE78BB4-46DE-0C36-4040-6575D1CC6AFC}"/>
              </a:ext>
            </a:extLst>
          </p:cNvPr>
          <p:cNvSpPr/>
          <p:nvPr userDrawn="1"/>
        </p:nvSpPr>
        <p:spPr>
          <a:xfrm>
            <a:off x="3822700" y="-1"/>
            <a:ext cx="8369302" cy="6858001"/>
          </a:xfrm>
          <a:custGeom>
            <a:avLst/>
            <a:gdLst>
              <a:gd name="connsiteX0" fmla="*/ 0 w 8369302"/>
              <a:gd name="connsiteY0" fmla="*/ 0 h 6858001"/>
              <a:gd name="connsiteX1" fmla="*/ 8368908 w 8369302"/>
              <a:gd name="connsiteY1" fmla="*/ 0 h 6858001"/>
              <a:gd name="connsiteX2" fmla="*/ 8369258 w 8369302"/>
              <a:gd name="connsiteY2" fmla="*/ 404964 h 6858001"/>
              <a:gd name="connsiteX3" fmla="*/ 8363489 w 8369302"/>
              <a:gd name="connsiteY3" fmla="*/ 6367778 h 6858001"/>
              <a:gd name="connsiteX4" fmla="*/ 8363364 w 8369302"/>
              <a:gd name="connsiteY4" fmla="*/ 6858001 h 6858001"/>
              <a:gd name="connsiteX5" fmla="*/ 6780726 w 8369302"/>
              <a:gd name="connsiteY5" fmla="*/ 685800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369302" h="6858001">
                <a:moveTo>
                  <a:pt x="0" y="0"/>
                </a:moveTo>
                <a:lnTo>
                  <a:pt x="8368908" y="0"/>
                </a:lnTo>
                <a:lnTo>
                  <a:pt x="8369258" y="404964"/>
                </a:lnTo>
                <a:cubicBezTo>
                  <a:pt x="8369847" y="2482921"/>
                  <a:pt x="8364407" y="4344030"/>
                  <a:pt x="8363489" y="6367778"/>
                </a:cubicBezTo>
                <a:lnTo>
                  <a:pt x="8363364" y="6858001"/>
                </a:lnTo>
                <a:lnTo>
                  <a:pt x="6780726" y="6858001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0000"/>
                  <a:lumOff val="40000"/>
                  <a:alpha val="45000"/>
                </a:schemeClr>
              </a:gs>
              <a:gs pos="100000">
                <a:schemeClr val="tx2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AE21E8-772B-A782-15AE-B24B25E0B41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6920" y="4275551"/>
            <a:ext cx="10904793" cy="838200"/>
          </a:xfrm>
        </p:spPr>
        <p:txBody>
          <a:bodyPr anchor="t"/>
          <a:lstStyle>
            <a:lvl1pPr algn="l">
              <a:defRPr sz="6000" b="0" i="0">
                <a:latin typeface="+mn-lt"/>
              </a:defRPr>
            </a:lvl1pPr>
          </a:lstStyle>
          <a:p>
            <a:r>
              <a:rPr lang="en-US"/>
              <a:t>Presentation Title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3BDEDBF-DD52-1EEB-F0F4-C93BB6313A2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4395" y="393672"/>
            <a:ext cx="1922620" cy="608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3396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-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D057A264-8D19-BDDE-7902-4DD27718DB47}"/>
              </a:ext>
            </a:extLst>
          </p:cNvPr>
          <p:cNvSpPr/>
          <p:nvPr userDrawn="1"/>
        </p:nvSpPr>
        <p:spPr>
          <a:xfrm>
            <a:off x="4898823" y="1535078"/>
            <a:ext cx="6913547" cy="5322478"/>
          </a:xfrm>
          <a:custGeom>
            <a:avLst/>
            <a:gdLst>
              <a:gd name="connsiteX0" fmla="*/ 4646738 w 6913547"/>
              <a:gd name="connsiteY0" fmla="*/ 0 h 5322478"/>
              <a:gd name="connsiteX1" fmla="*/ 0 w 6913547"/>
              <a:gd name="connsiteY1" fmla="*/ 4625165 h 5322478"/>
              <a:gd name="connsiteX2" fmla="*/ 676373 w 6913547"/>
              <a:gd name="connsiteY2" fmla="*/ 5322479 h 5322478"/>
              <a:gd name="connsiteX3" fmla="*/ 3975362 w 6913547"/>
              <a:gd name="connsiteY3" fmla="*/ 5322479 h 5322478"/>
              <a:gd name="connsiteX4" fmla="*/ 6913548 w 6913547"/>
              <a:gd name="connsiteY4" fmla="*/ 2384357 h 5322478"/>
              <a:gd name="connsiteX5" fmla="*/ 4646738 w 6913547"/>
              <a:gd name="connsiteY5" fmla="*/ 0 h 5322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13547" h="5322478">
                <a:moveTo>
                  <a:pt x="4646738" y="0"/>
                </a:moveTo>
                <a:lnTo>
                  <a:pt x="0" y="4625165"/>
                </a:lnTo>
                <a:lnTo>
                  <a:pt x="676373" y="5322479"/>
                </a:lnTo>
                <a:lnTo>
                  <a:pt x="3975362" y="5322479"/>
                </a:lnTo>
                <a:lnTo>
                  <a:pt x="6913548" y="2384357"/>
                </a:lnTo>
                <a:lnTo>
                  <a:pt x="4646738" y="0"/>
                </a:lnTo>
                <a:close/>
              </a:path>
            </a:pathLst>
          </a:custGeom>
          <a:gradFill>
            <a:gsLst>
              <a:gs pos="1000">
                <a:schemeClr val="tx1">
                  <a:alpha val="34000"/>
                </a:schemeClr>
              </a:gs>
              <a:gs pos="100000">
                <a:schemeClr val="tx2">
                  <a:alpha val="4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C6EC30DE-8BCD-DB67-769E-025C9EF1F738}"/>
              </a:ext>
            </a:extLst>
          </p:cNvPr>
          <p:cNvSpPr/>
          <p:nvPr userDrawn="1"/>
        </p:nvSpPr>
        <p:spPr>
          <a:xfrm>
            <a:off x="22494" y="0"/>
            <a:ext cx="11065294" cy="6160242"/>
          </a:xfrm>
          <a:custGeom>
            <a:avLst/>
            <a:gdLst>
              <a:gd name="connsiteX0" fmla="*/ 9523067 w 11065294"/>
              <a:gd name="connsiteY0" fmla="*/ 1535079 h 6160242"/>
              <a:gd name="connsiteX1" fmla="*/ 9523067 w 11065294"/>
              <a:gd name="connsiteY1" fmla="*/ 1535079 h 6160242"/>
              <a:gd name="connsiteX2" fmla="*/ 11065294 w 11065294"/>
              <a:gd name="connsiteY2" fmla="*/ 0 h 6160242"/>
              <a:gd name="connsiteX3" fmla="*/ 0 w 11065294"/>
              <a:gd name="connsiteY3" fmla="*/ 0 h 6160242"/>
              <a:gd name="connsiteX4" fmla="*/ 0 w 11065294"/>
              <a:gd name="connsiteY4" fmla="*/ 1399374 h 6160242"/>
              <a:gd name="connsiteX5" fmla="*/ 4876329 w 11065294"/>
              <a:gd name="connsiteY5" fmla="*/ 6160243 h 6160242"/>
              <a:gd name="connsiteX6" fmla="*/ 9523067 w 11065294"/>
              <a:gd name="connsiteY6" fmla="*/ 1535079 h 6160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065294" h="6160242">
                <a:moveTo>
                  <a:pt x="9523067" y="1535079"/>
                </a:moveTo>
                <a:lnTo>
                  <a:pt x="9523067" y="1535079"/>
                </a:lnTo>
                <a:lnTo>
                  <a:pt x="11065294" y="0"/>
                </a:lnTo>
                <a:lnTo>
                  <a:pt x="0" y="0"/>
                </a:lnTo>
                <a:lnTo>
                  <a:pt x="0" y="1399374"/>
                </a:lnTo>
                <a:lnTo>
                  <a:pt x="4876329" y="6160243"/>
                </a:lnTo>
                <a:lnTo>
                  <a:pt x="9523067" y="1535079"/>
                </a:lnTo>
                <a:close/>
              </a:path>
            </a:pathLst>
          </a:custGeom>
          <a:gradFill>
            <a:gsLst>
              <a:gs pos="83000">
                <a:schemeClr val="tx1"/>
              </a:gs>
              <a:gs pos="27000">
                <a:srgbClr val="00024F">
                  <a:alpha val="50000"/>
                </a:srgb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F749E458-6D64-238A-489D-624AA36B5203}"/>
              </a:ext>
            </a:extLst>
          </p:cNvPr>
          <p:cNvSpPr/>
          <p:nvPr userDrawn="1"/>
        </p:nvSpPr>
        <p:spPr>
          <a:xfrm>
            <a:off x="8874185" y="3562237"/>
            <a:ext cx="3295319" cy="3295319"/>
          </a:xfrm>
          <a:custGeom>
            <a:avLst/>
            <a:gdLst>
              <a:gd name="connsiteX0" fmla="*/ 3295320 w 3295319"/>
              <a:gd name="connsiteY0" fmla="*/ 0 h 3295319"/>
              <a:gd name="connsiteX1" fmla="*/ 2938185 w 3295319"/>
              <a:gd name="connsiteY1" fmla="*/ 357198 h 3295319"/>
              <a:gd name="connsiteX2" fmla="*/ 2938185 w 3295319"/>
              <a:gd name="connsiteY2" fmla="*/ 357198 h 3295319"/>
              <a:gd name="connsiteX3" fmla="*/ 0 w 3295319"/>
              <a:gd name="connsiteY3" fmla="*/ 3295320 h 3295319"/>
              <a:gd name="connsiteX4" fmla="*/ 3295320 w 3295319"/>
              <a:gd name="connsiteY4" fmla="*/ 3295320 h 3295319"/>
              <a:gd name="connsiteX5" fmla="*/ 3295320 w 3295319"/>
              <a:gd name="connsiteY5" fmla="*/ 0 h 3295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95319" h="3295319">
                <a:moveTo>
                  <a:pt x="3295320" y="0"/>
                </a:moveTo>
                <a:lnTo>
                  <a:pt x="2938185" y="357198"/>
                </a:lnTo>
                <a:lnTo>
                  <a:pt x="2938185" y="357198"/>
                </a:lnTo>
                <a:lnTo>
                  <a:pt x="0" y="3295320"/>
                </a:lnTo>
                <a:lnTo>
                  <a:pt x="3295320" y="3295320"/>
                </a:lnTo>
                <a:lnTo>
                  <a:pt x="3295320" y="0"/>
                </a:lnTo>
                <a:close/>
              </a:path>
            </a:pathLst>
          </a:custGeom>
          <a:gradFill>
            <a:gsLst>
              <a:gs pos="24000">
                <a:schemeClr val="accent1">
                  <a:alpha val="0"/>
                </a:schemeClr>
              </a:gs>
              <a:gs pos="100000">
                <a:schemeClr val="tx1">
                  <a:alpha val="46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97C64B8C-BA95-AF48-E189-496874543F2B}"/>
              </a:ext>
            </a:extLst>
          </p:cNvPr>
          <p:cNvSpPr/>
          <p:nvPr userDrawn="1"/>
        </p:nvSpPr>
        <p:spPr>
          <a:xfrm>
            <a:off x="22494" y="1399373"/>
            <a:ext cx="5552702" cy="5458183"/>
          </a:xfrm>
          <a:custGeom>
            <a:avLst/>
            <a:gdLst>
              <a:gd name="connsiteX0" fmla="*/ 0 w 5552702"/>
              <a:gd name="connsiteY0" fmla="*/ 0 h 5458183"/>
              <a:gd name="connsiteX1" fmla="*/ 0 w 5552702"/>
              <a:gd name="connsiteY1" fmla="*/ 5458184 h 5458183"/>
              <a:gd name="connsiteX2" fmla="*/ 5552703 w 5552702"/>
              <a:gd name="connsiteY2" fmla="*/ 5458184 h 5458183"/>
              <a:gd name="connsiteX3" fmla="*/ 4876329 w 5552702"/>
              <a:gd name="connsiteY3" fmla="*/ 4760870 h 5458183"/>
              <a:gd name="connsiteX4" fmla="*/ 0 w 5552702"/>
              <a:gd name="connsiteY4" fmla="*/ 0 h 54581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52702" h="5458183">
                <a:moveTo>
                  <a:pt x="0" y="0"/>
                </a:moveTo>
                <a:lnTo>
                  <a:pt x="0" y="5458184"/>
                </a:lnTo>
                <a:lnTo>
                  <a:pt x="5552703" y="5458184"/>
                </a:lnTo>
                <a:lnTo>
                  <a:pt x="4876329" y="476087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1000">
                <a:schemeClr val="tx1">
                  <a:alpha val="34000"/>
                </a:schemeClr>
              </a:gs>
              <a:gs pos="100000">
                <a:schemeClr val="tx2">
                  <a:alpha val="4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ABA5300D-D156-4793-C8C9-7113AE10A095}"/>
              </a:ext>
            </a:extLst>
          </p:cNvPr>
          <p:cNvSpPr/>
          <p:nvPr userDrawn="1"/>
        </p:nvSpPr>
        <p:spPr>
          <a:xfrm>
            <a:off x="9545560" y="0"/>
            <a:ext cx="2623944" cy="3919435"/>
          </a:xfrm>
          <a:custGeom>
            <a:avLst/>
            <a:gdLst>
              <a:gd name="connsiteX0" fmla="*/ 2266810 w 2623944"/>
              <a:gd name="connsiteY0" fmla="*/ 3919436 h 3919435"/>
              <a:gd name="connsiteX1" fmla="*/ 2623944 w 2623944"/>
              <a:gd name="connsiteY1" fmla="*/ 3562238 h 3919435"/>
              <a:gd name="connsiteX2" fmla="*/ 2623944 w 2623944"/>
              <a:gd name="connsiteY2" fmla="*/ 0 h 3919435"/>
              <a:gd name="connsiteX3" fmla="*/ 1542228 w 2623944"/>
              <a:gd name="connsiteY3" fmla="*/ 0 h 3919435"/>
              <a:gd name="connsiteX4" fmla="*/ 0 w 2623944"/>
              <a:gd name="connsiteY4" fmla="*/ 1535079 h 3919435"/>
              <a:gd name="connsiteX5" fmla="*/ 2266810 w 2623944"/>
              <a:gd name="connsiteY5" fmla="*/ 3919436 h 3919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23944" h="3919435">
                <a:moveTo>
                  <a:pt x="2266810" y="3919436"/>
                </a:moveTo>
                <a:lnTo>
                  <a:pt x="2623944" y="3562238"/>
                </a:lnTo>
                <a:lnTo>
                  <a:pt x="2623944" y="0"/>
                </a:lnTo>
                <a:lnTo>
                  <a:pt x="1542228" y="0"/>
                </a:lnTo>
                <a:lnTo>
                  <a:pt x="0" y="1535079"/>
                </a:lnTo>
                <a:lnTo>
                  <a:pt x="2266810" y="3919436"/>
                </a:lnTo>
                <a:close/>
              </a:path>
            </a:pathLst>
          </a:custGeom>
          <a:gradFill>
            <a:gsLst>
              <a:gs pos="100000">
                <a:schemeClr val="tx1">
                  <a:alpha val="34000"/>
                </a:schemeClr>
              </a:gs>
              <a:gs pos="2000">
                <a:schemeClr val="tx2">
                  <a:alpha val="4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AE21E8-772B-A782-15AE-B24B25E0B41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6920" y="3009901"/>
            <a:ext cx="10904793" cy="1219200"/>
          </a:xfrm>
        </p:spPr>
        <p:txBody>
          <a:bodyPr anchor="t"/>
          <a:lstStyle>
            <a:lvl1pPr algn="l">
              <a:defRPr sz="6000" b="0" i="0">
                <a:latin typeface="+mn-lt"/>
              </a:defRPr>
            </a:lvl1pPr>
          </a:lstStyle>
          <a:p>
            <a:r>
              <a:rPr lang="en-US"/>
              <a:t>Divider Title Goes Here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A1785E1-340C-9D0F-C889-9AE4FE39FE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6919" y="2286000"/>
            <a:ext cx="10904793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800" b="0" i="0">
                <a:solidFill>
                  <a:schemeClr val="accent2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6411533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96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2664">
          <p15:clr>
            <a:srgbClr val="FBAE40"/>
          </p15:clr>
        </p15:guide>
        <p15:guide id="4" orient="horz" pos="14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- 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0A78245B-3D01-4255-FF89-F81B54483ED9}"/>
              </a:ext>
            </a:extLst>
          </p:cNvPr>
          <p:cNvSpPr/>
          <p:nvPr userDrawn="1"/>
        </p:nvSpPr>
        <p:spPr>
          <a:xfrm>
            <a:off x="3822700" y="-1"/>
            <a:ext cx="8369302" cy="6858001"/>
          </a:xfrm>
          <a:custGeom>
            <a:avLst/>
            <a:gdLst>
              <a:gd name="connsiteX0" fmla="*/ 0 w 8369302"/>
              <a:gd name="connsiteY0" fmla="*/ 0 h 6858001"/>
              <a:gd name="connsiteX1" fmla="*/ 8368908 w 8369302"/>
              <a:gd name="connsiteY1" fmla="*/ 0 h 6858001"/>
              <a:gd name="connsiteX2" fmla="*/ 8369258 w 8369302"/>
              <a:gd name="connsiteY2" fmla="*/ 404964 h 6858001"/>
              <a:gd name="connsiteX3" fmla="*/ 8363489 w 8369302"/>
              <a:gd name="connsiteY3" fmla="*/ 6367778 h 6858001"/>
              <a:gd name="connsiteX4" fmla="*/ 8363364 w 8369302"/>
              <a:gd name="connsiteY4" fmla="*/ 6858001 h 6858001"/>
              <a:gd name="connsiteX5" fmla="*/ 6780726 w 8369302"/>
              <a:gd name="connsiteY5" fmla="*/ 685800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369302" h="6858001">
                <a:moveTo>
                  <a:pt x="0" y="0"/>
                </a:moveTo>
                <a:lnTo>
                  <a:pt x="8368908" y="0"/>
                </a:lnTo>
                <a:lnTo>
                  <a:pt x="8369258" y="404964"/>
                </a:lnTo>
                <a:cubicBezTo>
                  <a:pt x="8369847" y="2482921"/>
                  <a:pt x="8364407" y="4344030"/>
                  <a:pt x="8363489" y="6367778"/>
                </a:cubicBezTo>
                <a:lnTo>
                  <a:pt x="8363364" y="6858001"/>
                </a:lnTo>
                <a:lnTo>
                  <a:pt x="6780726" y="6858001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0000"/>
                  <a:lumOff val="40000"/>
                  <a:alpha val="45000"/>
                </a:schemeClr>
              </a:gs>
              <a:gs pos="100000">
                <a:schemeClr val="tx2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AE21E8-772B-A782-15AE-B24B25E0B41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6920" y="3009901"/>
            <a:ext cx="10904793" cy="1219200"/>
          </a:xfrm>
        </p:spPr>
        <p:txBody>
          <a:bodyPr anchor="t"/>
          <a:lstStyle>
            <a:lvl1pPr algn="l">
              <a:defRPr sz="6000" b="0" i="0">
                <a:latin typeface="+mn-lt"/>
              </a:defRPr>
            </a:lvl1pPr>
          </a:lstStyle>
          <a:p>
            <a:r>
              <a:rPr lang="en-US"/>
              <a:t>Divider Title Goes Here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A1785E1-340C-9D0F-C889-9AE4FE39FE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6919" y="2286000"/>
            <a:ext cx="10904793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800" b="0" i="0">
                <a:solidFill>
                  <a:schemeClr val="accent2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6817361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96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2664">
          <p15:clr>
            <a:srgbClr val="FBAE40"/>
          </p15:clr>
        </p15:guide>
        <p15:guide id="4" orient="horz" pos="14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1426000C-06A5-5228-BE43-1690F3DD1205}"/>
              </a:ext>
            </a:extLst>
          </p:cNvPr>
          <p:cNvSpPr/>
          <p:nvPr userDrawn="1"/>
        </p:nvSpPr>
        <p:spPr>
          <a:xfrm>
            <a:off x="0" y="0"/>
            <a:ext cx="3046352" cy="3046352"/>
          </a:xfrm>
          <a:custGeom>
            <a:avLst/>
            <a:gdLst>
              <a:gd name="connsiteX0" fmla="*/ 0 w 3046352"/>
              <a:gd name="connsiteY0" fmla="*/ 0 h 3046352"/>
              <a:gd name="connsiteX1" fmla="*/ 3046352 w 3046352"/>
              <a:gd name="connsiteY1" fmla="*/ 0 h 3046352"/>
              <a:gd name="connsiteX2" fmla="*/ 0 w 3046352"/>
              <a:gd name="connsiteY2" fmla="*/ 3046352 h 3046352"/>
              <a:gd name="connsiteX3" fmla="*/ 0 w 3046352"/>
              <a:gd name="connsiteY3" fmla="*/ 0 h 3046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6352" h="3046352">
                <a:moveTo>
                  <a:pt x="0" y="0"/>
                </a:moveTo>
                <a:lnTo>
                  <a:pt x="3046352" y="0"/>
                </a:lnTo>
                <a:lnTo>
                  <a:pt x="0" y="3046352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96218">
                <a:srgbClr val="001E52"/>
              </a:gs>
              <a:gs pos="0">
                <a:schemeClr val="accent1">
                  <a:alpha val="18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6D482837-11C7-93C0-3206-DBADEAF3BF32}"/>
              </a:ext>
            </a:extLst>
          </p:cNvPr>
          <p:cNvSpPr/>
          <p:nvPr userDrawn="1"/>
        </p:nvSpPr>
        <p:spPr>
          <a:xfrm>
            <a:off x="0" y="0"/>
            <a:ext cx="8469086" cy="6858000"/>
          </a:xfrm>
          <a:custGeom>
            <a:avLst/>
            <a:gdLst>
              <a:gd name="connsiteX0" fmla="*/ 3048000 w 8469086"/>
              <a:gd name="connsiteY0" fmla="*/ 0 h 6858000"/>
              <a:gd name="connsiteX1" fmla="*/ 8469086 w 8469086"/>
              <a:gd name="connsiteY1" fmla="*/ 0 h 6858000"/>
              <a:gd name="connsiteX2" fmla="*/ 1611086 w 8469086"/>
              <a:gd name="connsiteY2" fmla="*/ 6858000 h 6858000"/>
              <a:gd name="connsiteX3" fmla="*/ 0 w 8469086"/>
              <a:gd name="connsiteY3" fmla="*/ 6858000 h 6858000"/>
              <a:gd name="connsiteX4" fmla="*/ 0 w 8469086"/>
              <a:gd name="connsiteY4" fmla="*/ 3048000 h 6858000"/>
              <a:gd name="connsiteX5" fmla="*/ 3048000 w 8469086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69086" h="6858000">
                <a:moveTo>
                  <a:pt x="3048000" y="0"/>
                </a:moveTo>
                <a:lnTo>
                  <a:pt x="8469086" y="0"/>
                </a:lnTo>
                <a:lnTo>
                  <a:pt x="1611086" y="6858000"/>
                </a:lnTo>
                <a:lnTo>
                  <a:pt x="0" y="6858000"/>
                </a:lnTo>
                <a:lnTo>
                  <a:pt x="0" y="3048000"/>
                </a:lnTo>
                <a:lnTo>
                  <a:pt x="3048000" y="0"/>
                </a:lnTo>
                <a:close/>
              </a:path>
            </a:pathLst>
          </a:custGeom>
          <a:gradFill>
            <a:gsLst>
              <a:gs pos="24000">
                <a:schemeClr val="tx1">
                  <a:alpha val="23000"/>
                </a:schemeClr>
              </a:gs>
              <a:gs pos="100000">
                <a:srgbClr val="00024F">
                  <a:alpha val="0"/>
                </a:srgb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38AF4D90-AFD7-A8F2-D33E-9A71FC83BFCF}"/>
              </a:ext>
            </a:extLst>
          </p:cNvPr>
          <p:cNvSpPr/>
          <p:nvPr userDrawn="1"/>
        </p:nvSpPr>
        <p:spPr>
          <a:xfrm>
            <a:off x="1623572" y="0"/>
            <a:ext cx="10568429" cy="6858000"/>
          </a:xfrm>
          <a:custGeom>
            <a:avLst/>
            <a:gdLst>
              <a:gd name="connsiteX0" fmla="*/ 6857999 w 10568429"/>
              <a:gd name="connsiteY0" fmla="*/ 0 h 6858000"/>
              <a:gd name="connsiteX1" fmla="*/ 10568429 w 10568429"/>
              <a:gd name="connsiteY1" fmla="*/ 0 h 6858000"/>
              <a:gd name="connsiteX2" fmla="*/ 10568429 w 10568429"/>
              <a:gd name="connsiteY2" fmla="*/ 3242654 h 6858000"/>
              <a:gd name="connsiteX3" fmla="*/ 8742839 w 10568429"/>
              <a:gd name="connsiteY3" fmla="*/ 5068244 h 6858000"/>
              <a:gd name="connsiteX4" fmla="*/ 8743597 w 10568429"/>
              <a:gd name="connsiteY4" fmla="*/ 5069002 h 6858000"/>
              <a:gd name="connsiteX5" fmla="*/ 8739700 w 10568429"/>
              <a:gd name="connsiteY5" fmla="*/ 5072900 h 6858000"/>
              <a:gd name="connsiteX6" fmla="*/ 8738543 w 10568429"/>
              <a:gd name="connsiteY6" fmla="*/ 5071743 h 6858000"/>
              <a:gd name="connsiteX7" fmla="*/ 6952286 w 10568429"/>
              <a:gd name="connsiteY7" fmla="*/ 6858000 h 6858000"/>
              <a:gd name="connsiteX8" fmla="*/ 0 w 10568429"/>
              <a:gd name="connsiteY8" fmla="*/ 6858000 h 6858000"/>
              <a:gd name="connsiteX9" fmla="*/ 6857999 w 10568429"/>
              <a:gd name="connsiteY9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568429" h="6858000">
                <a:moveTo>
                  <a:pt x="6857999" y="0"/>
                </a:moveTo>
                <a:lnTo>
                  <a:pt x="10568429" y="0"/>
                </a:lnTo>
                <a:lnTo>
                  <a:pt x="10568429" y="3242654"/>
                </a:lnTo>
                <a:lnTo>
                  <a:pt x="8742839" y="5068244"/>
                </a:lnTo>
                <a:lnTo>
                  <a:pt x="8743597" y="5069002"/>
                </a:lnTo>
                <a:lnTo>
                  <a:pt x="8739700" y="5072900"/>
                </a:lnTo>
                <a:lnTo>
                  <a:pt x="8738543" y="5071743"/>
                </a:lnTo>
                <a:lnTo>
                  <a:pt x="6952286" y="6858000"/>
                </a:lnTo>
                <a:lnTo>
                  <a:pt x="0" y="6858000"/>
                </a:lnTo>
                <a:lnTo>
                  <a:pt x="6857999" y="0"/>
                </a:lnTo>
                <a:close/>
              </a:path>
            </a:pathLst>
          </a:custGeom>
          <a:gradFill>
            <a:gsLst>
              <a:gs pos="24000">
                <a:schemeClr val="tx1">
                  <a:alpha val="23000"/>
                </a:schemeClr>
              </a:gs>
              <a:gs pos="100000">
                <a:schemeClr val="tx2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ECE96072-B834-8DA3-DA6F-7960015A7659}"/>
              </a:ext>
            </a:extLst>
          </p:cNvPr>
          <p:cNvSpPr/>
          <p:nvPr userDrawn="1"/>
        </p:nvSpPr>
        <p:spPr>
          <a:xfrm>
            <a:off x="10367168" y="3244170"/>
            <a:ext cx="1824832" cy="3613830"/>
          </a:xfrm>
          <a:custGeom>
            <a:avLst/>
            <a:gdLst>
              <a:gd name="connsiteX0" fmla="*/ 1824832 w 1824832"/>
              <a:gd name="connsiteY0" fmla="*/ 0 h 3613830"/>
              <a:gd name="connsiteX1" fmla="*/ 1824832 w 1824832"/>
              <a:gd name="connsiteY1" fmla="*/ 3613830 h 3613830"/>
              <a:gd name="connsiteX2" fmla="*/ 1788998 w 1824832"/>
              <a:gd name="connsiteY2" fmla="*/ 3613830 h 3613830"/>
              <a:gd name="connsiteX3" fmla="*/ 0 w 1824832"/>
              <a:gd name="connsiteY3" fmla="*/ 1824832 h 3613830"/>
              <a:gd name="connsiteX4" fmla="*/ 1824832 w 1824832"/>
              <a:gd name="connsiteY4" fmla="*/ 0 h 3613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4832" h="3613830">
                <a:moveTo>
                  <a:pt x="1824832" y="0"/>
                </a:moveTo>
                <a:lnTo>
                  <a:pt x="1824832" y="3613830"/>
                </a:lnTo>
                <a:lnTo>
                  <a:pt x="1788998" y="3613830"/>
                </a:lnTo>
                <a:lnTo>
                  <a:pt x="0" y="1824832"/>
                </a:lnTo>
                <a:lnTo>
                  <a:pt x="1824832" y="0"/>
                </a:lnTo>
                <a:close/>
              </a:path>
            </a:pathLst>
          </a:custGeom>
          <a:gradFill>
            <a:gsLst>
              <a:gs pos="1000">
                <a:schemeClr val="tx1"/>
              </a:gs>
              <a:gs pos="100000">
                <a:schemeClr val="tx2">
                  <a:alpha val="94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5B79F47-A959-501E-C3A3-E9A4764B8F2B}"/>
              </a:ext>
            </a:extLst>
          </p:cNvPr>
          <p:cNvSpPr/>
          <p:nvPr userDrawn="1"/>
        </p:nvSpPr>
        <p:spPr>
          <a:xfrm>
            <a:off x="8578170" y="5051085"/>
            <a:ext cx="3613829" cy="1806915"/>
          </a:xfrm>
          <a:custGeom>
            <a:avLst/>
            <a:gdLst>
              <a:gd name="connsiteX0" fmla="*/ 1785100 w 3570200"/>
              <a:gd name="connsiteY0" fmla="*/ 0 h 1785100"/>
              <a:gd name="connsiteX1" fmla="*/ 3570200 w 3570200"/>
              <a:gd name="connsiteY1" fmla="*/ 1785100 h 1785100"/>
              <a:gd name="connsiteX2" fmla="*/ 0 w 3570200"/>
              <a:gd name="connsiteY2" fmla="*/ 1785100 h 1785100"/>
              <a:gd name="connsiteX3" fmla="*/ 1785100 w 3570200"/>
              <a:gd name="connsiteY3" fmla="*/ 0 h 1785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70200" h="1785100">
                <a:moveTo>
                  <a:pt x="1785100" y="0"/>
                </a:moveTo>
                <a:lnTo>
                  <a:pt x="3570200" y="1785100"/>
                </a:lnTo>
                <a:lnTo>
                  <a:pt x="0" y="1785100"/>
                </a:lnTo>
                <a:lnTo>
                  <a:pt x="1785100" y="0"/>
                </a:lnTo>
                <a:close/>
              </a:path>
            </a:pathLst>
          </a:custGeom>
          <a:gradFill>
            <a:gsLst>
              <a:gs pos="0">
                <a:schemeClr val="tx1"/>
              </a:gs>
              <a:gs pos="85000">
                <a:schemeClr val="tx2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98BD4A80-553A-85C6-DB3D-F454BC6F171E}"/>
              </a:ext>
            </a:extLst>
          </p:cNvPr>
          <p:cNvSpPr/>
          <p:nvPr userDrawn="1"/>
        </p:nvSpPr>
        <p:spPr>
          <a:xfrm>
            <a:off x="0" y="0"/>
            <a:ext cx="3048000" cy="3048000"/>
          </a:xfrm>
          <a:custGeom>
            <a:avLst/>
            <a:gdLst>
              <a:gd name="connsiteX0" fmla="*/ 3046352 w 3048000"/>
              <a:gd name="connsiteY0" fmla="*/ 0 h 3048000"/>
              <a:gd name="connsiteX1" fmla="*/ 3048000 w 3048000"/>
              <a:gd name="connsiteY1" fmla="*/ 0 h 3048000"/>
              <a:gd name="connsiteX2" fmla="*/ 0 w 3048000"/>
              <a:gd name="connsiteY2" fmla="*/ 3048000 h 3048000"/>
              <a:gd name="connsiteX3" fmla="*/ 0 w 3048000"/>
              <a:gd name="connsiteY3" fmla="*/ 3046352 h 3048000"/>
              <a:gd name="connsiteX4" fmla="*/ 3046352 w 3048000"/>
              <a:gd name="connsiteY4" fmla="*/ 0 h 30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8000" h="3048000">
                <a:moveTo>
                  <a:pt x="3046352" y="0"/>
                </a:moveTo>
                <a:lnTo>
                  <a:pt x="3048000" y="0"/>
                </a:lnTo>
                <a:lnTo>
                  <a:pt x="0" y="3048000"/>
                </a:lnTo>
                <a:lnTo>
                  <a:pt x="0" y="3046352"/>
                </a:lnTo>
                <a:lnTo>
                  <a:pt x="304635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33210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Off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50EE5B95-0432-ACB0-A7AD-930055551FEB}"/>
              </a:ext>
            </a:extLst>
          </p:cNvPr>
          <p:cNvSpPr/>
          <p:nvPr userDrawn="1"/>
        </p:nvSpPr>
        <p:spPr>
          <a:xfrm flipH="1">
            <a:off x="9144002" y="-1"/>
            <a:ext cx="3047999" cy="3047999"/>
          </a:xfrm>
          <a:custGeom>
            <a:avLst/>
            <a:gdLst>
              <a:gd name="connsiteX0" fmla="*/ 0 w 3046352"/>
              <a:gd name="connsiteY0" fmla="*/ 0 h 3046352"/>
              <a:gd name="connsiteX1" fmla="*/ 3046352 w 3046352"/>
              <a:gd name="connsiteY1" fmla="*/ 0 h 3046352"/>
              <a:gd name="connsiteX2" fmla="*/ 0 w 3046352"/>
              <a:gd name="connsiteY2" fmla="*/ 3046352 h 3046352"/>
              <a:gd name="connsiteX3" fmla="*/ 0 w 3046352"/>
              <a:gd name="connsiteY3" fmla="*/ 0 h 3046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6352" h="3046352">
                <a:moveTo>
                  <a:pt x="0" y="0"/>
                </a:moveTo>
                <a:lnTo>
                  <a:pt x="3046352" y="0"/>
                </a:lnTo>
                <a:lnTo>
                  <a:pt x="0" y="3046352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96218">
                <a:srgbClr val="00024F"/>
              </a:gs>
              <a:gs pos="0">
                <a:srgbClr val="005DB8">
                  <a:alpha val="60000"/>
                </a:srgb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15E3D81B-A5DC-3659-4480-B9B937F33F4D}"/>
              </a:ext>
            </a:extLst>
          </p:cNvPr>
          <p:cNvSpPr/>
          <p:nvPr userDrawn="1"/>
        </p:nvSpPr>
        <p:spPr>
          <a:xfrm flipH="1">
            <a:off x="3722915" y="0"/>
            <a:ext cx="8469086" cy="6858000"/>
          </a:xfrm>
          <a:custGeom>
            <a:avLst/>
            <a:gdLst>
              <a:gd name="connsiteX0" fmla="*/ 3048000 w 8469086"/>
              <a:gd name="connsiteY0" fmla="*/ 0 h 6858000"/>
              <a:gd name="connsiteX1" fmla="*/ 8469086 w 8469086"/>
              <a:gd name="connsiteY1" fmla="*/ 0 h 6858000"/>
              <a:gd name="connsiteX2" fmla="*/ 1611086 w 8469086"/>
              <a:gd name="connsiteY2" fmla="*/ 6858000 h 6858000"/>
              <a:gd name="connsiteX3" fmla="*/ 0 w 8469086"/>
              <a:gd name="connsiteY3" fmla="*/ 6858000 h 6858000"/>
              <a:gd name="connsiteX4" fmla="*/ 0 w 8469086"/>
              <a:gd name="connsiteY4" fmla="*/ 3048000 h 6858000"/>
              <a:gd name="connsiteX5" fmla="*/ 3048000 w 8469086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69086" h="6858000">
                <a:moveTo>
                  <a:pt x="3048000" y="0"/>
                </a:moveTo>
                <a:lnTo>
                  <a:pt x="8469086" y="0"/>
                </a:lnTo>
                <a:lnTo>
                  <a:pt x="1611086" y="6858000"/>
                </a:lnTo>
                <a:lnTo>
                  <a:pt x="0" y="6858000"/>
                </a:lnTo>
                <a:lnTo>
                  <a:pt x="0" y="3048000"/>
                </a:lnTo>
                <a:lnTo>
                  <a:pt x="3048000" y="0"/>
                </a:lnTo>
                <a:close/>
              </a:path>
            </a:pathLst>
          </a:custGeom>
          <a:gradFill>
            <a:gsLst>
              <a:gs pos="24000">
                <a:schemeClr val="tx1">
                  <a:alpha val="23000"/>
                </a:schemeClr>
              </a:gs>
              <a:gs pos="100000">
                <a:srgbClr val="00024F">
                  <a:alpha val="0"/>
                </a:srgb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83179BDD-B013-ED3C-7E56-8071CDEA85CE}"/>
              </a:ext>
            </a:extLst>
          </p:cNvPr>
          <p:cNvSpPr/>
          <p:nvPr userDrawn="1"/>
        </p:nvSpPr>
        <p:spPr>
          <a:xfrm flipH="1">
            <a:off x="0" y="0"/>
            <a:ext cx="10568429" cy="6858000"/>
          </a:xfrm>
          <a:custGeom>
            <a:avLst/>
            <a:gdLst>
              <a:gd name="connsiteX0" fmla="*/ 6857999 w 10568429"/>
              <a:gd name="connsiteY0" fmla="*/ 0 h 6858000"/>
              <a:gd name="connsiteX1" fmla="*/ 10568429 w 10568429"/>
              <a:gd name="connsiteY1" fmla="*/ 0 h 6858000"/>
              <a:gd name="connsiteX2" fmla="*/ 10568429 w 10568429"/>
              <a:gd name="connsiteY2" fmla="*/ 3242654 h 6858000"/>
              <a:gd name="connsiteX3" fmla="*/ 8742839 w 10568429"/>
              <a:gd name="connsiteY3" fmla="*/ 5068244 h 6858000"/>
              <a:gd name="connsiteX4" fmla="*/ 8743597 w 10568429"/>
              <a:gd name="connsiteY4" fmla="*/ 5069002 h 6858000"/>
              <a:gd name="connsiteX5" fmla="*/ 8739700 w 10568429"/>
              <a:gd name="connsiteY5" fmla="*/ 5072900 h 6858000"/>
              <a:gd name="connsiteX6" fmla="*/ 8738543 w 10568429"/>
              <a:gd name="connsiteY6" fmla="*/ 5071743 h 6858000"/>
              <a:gd name="connsiteX7" fmla="*/ 6952286 w 10568429"/>
              <a:gd name="connsiteY7" fmla="*/ 6858000 h 6858000"/>
              <a:gd name="connsiteX8" fmla="*/ 0 w 10568429"/>
              <a:gd name="connsiteY8" fmla="*/ 6858000 h 6858000"/>
              <a:gd name="connsiteX9" fmla="*/ 6857999 w 10568429"/>
              <a:gd name="connsiteY9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568429" h="6858000">
                <a:moveTo>
                  <a:pt x="6857999" y="0"/>
                </a:moveTo>
                <a:lnTo>
                  <a:pt x="10568429" y="0"/>
                </a:lnTo>
                <a:lnTo>
                  <a:pt x="10568429" y="3242654"/>
                </a:lnTo>
                <a:lnTo>
                  <a:pt x="8742839" y="5068244"/>
                </a:lnTo>
                <a:lnTo>
                  <a:pt x="8743597" y="5069002"/>
                </a:lnTo>
                <a:lnTo>
                  <a:pt x="8739700" y="5072900"/>
                </a:lnTo>
                <a:lnTo>
                  <a:pt x="8738543" y="5071743"/>
                </a:lnTo>
                <a:lnTo>
                  <a:pt x="6952286" y="6858000"/>
                </a:lnTo>
                <a:lnTo>
                  <a:pt x="0" y="6858000"/>
                </a:lnTo>
                <a:lnTo>
                  <a:pt x="6857999" y="0"/>
                </a:lnTo>
                <a:close/>
              </a:path>
            </a:pathLst>
          </a:custGeom>
          <a:gradFill>
            <a:gsLst>
              <a:gs pos="24000">
                <a:schemeClr val="tx1">
                  <a:alpha val="23000"/>
                </a:schemeClr>
              </a:gs>
              <a:gs pos="100000">
                <a:schemeClr val="tx2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F44A82B8-C191-B88B-BE89-5F2B6F351AAE}"/>
              </a:ext>
            </a:extLst>
          </p:cNvPr>
          <p:cNvSpPr/>
          <p:nvPr userDrawn="1"/>
        </p:nvSpPr>
        <p:spPr>
          <a:xfrm flipH="1">
            <a:off x="1" y="3244170"/>
            <a:ext cx="1824832" cy="3613830"/>
          </a:xfrm>
          <a:custGeom>
            <a:avLst/>
            <a:gdLst>
              <a:gd name="connsiteX0" fmla="*/ 1824832 w 1824832"/>
              <a:gd name="connsiteY0" fmla="*/ 0 h 3613830"/>
              <a:gd name="connsiteX1" fmla="*/ 1824832 w 1824832"/>
              <a:gd name="connsiteY1" fmla="*/ 3613830 h 3613830"/>
              <a:gd name="connsiteX2" fmla="*/ 1788998 w 1824832"/>
              <a:gd name="connsiteY2" fmla="*/ 3613830 h 3613830"/>
              <a:gd name="connsiteX3" fmla="*/ 0 w 1824832"/>
              <a:gd name="connsiteY3" fmla="*/ 1824832 h 3613830"/>
              <a:gd name="connsiteX4" fmla="*/ 1824832 w 1824832"/>
              <a:gd name="connsiteY4" fmla="*/ 0 h 3613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4832" h="3613830">
                <a:moveTo>
                  <a:pt x="1824832" y="0"/>
                </a:moveTo>
                <a:lnTo>
                  <a:pt x="1824832" y="3613830"/>
                </a:lnTo>
                <a:lnTo>
                  <a:pt x="1788998" y="3613830"/>
                </a:lnTo>
                <a:lnTo>
                  <a:pt x="0" y="1824832"/>
                </a:lnTo>
                <a:lnTo>
                  <a:pt x="1824832" y="0"/>
                </a:lnTo>
                <a:close/>
              </a:path>
            </a:pathLst>
          </a:custGeom>
          <a:gradFill>
            <a:gsLst>
              <a:gs pos="24000">
                <a:schemeClr val="tx1"/>
              </a:gs>
              <a:gs pos="100000">
                <a:schemeClr val="tx2">
                  <a:alpha val="69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CA03BBC-26C2-6833-CDEA-B65A6B206DA3}"/>
              </a:ext>
            </a:extLst>
          </p:cNvPr>
          <p:cNvSpPr/>
          <p:nvPr userDrawn="1"/>
        </p:nvSpPr>
        <p:spPr>
          <a:xfrm flipH="1">
            <a:off x="43630" y="5072900"/>
            <a:ext cx="3570200" cy="1785100"/>
          </a:xfrm>
          <a:custGeom>
            <a:avLst/>
            <a:gdLst>
              <a:gd name="connsiteX0" fmla="*/ 1785100 w 3570200"/>
              <a:gd name="connsiteY0" fmla="*/ 0 h 1785100"/>
              <a:gd name="connsiteX1" fmla="*/ 3570200 w 3570200"/>
              <a:gd name="connsiteY1" fmla="*/ 1785100 h 1785100"/>
              <a:gd name="connsiteX2" fmla="*/ 0 w 3570200"/>
              <a:gd name="connsiteY2" fmla="*/ 1785100 h 1785100"/>
              <a:gd name="connsiteX3" fmla="*/ 1785100 w 3570200"/>
              <a:gd name="connsiteY3" fmla="*/ 0 h 1785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70200" h="1785100">
                <a:moveTo>
                  <a:pt x="1785100" y="0"/>
                </a:moveTo>
                <a:lnTo>
                  <a:pt x="3570200" y="1785100"/>
                </a:lnTo>
                <a:lnTo>
                  <a:pt x="0" y="1785100"/>
                </a:lnTo>
                <a:lnTo>
                  <a:pt x="1785100" y="0"/>
                </a:lnTo>
                <a:close/>
              </a:path>
            </a:pathLst>
          </a:custGeom>
          <a:gradFill>
            <a:gsLst>
              <a:gs pos="8000">
                <a:schemeClr val="tx1"/>
              </a:gs>
              <a:gs pos="95000">
                <a:schemeClr val="tx2">
                  <a:alpha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1DAD0D-473A-4A05-2BA4-9935EB60598F}"/>
              </a:ext>
            </a:extLst>
          </p:cNvPr>
          <p:cNvSpPr txBox="1"/>
          <p:nvPr userDrawn="1"/>
        </p:nvSpPr>
        <p:spPr>
          <a:xfrm>
            <a:off x="11582400" y="6389682"/>
            <a:ext cx="403471" cy="3832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>
              <a:defRPr sz="1000" b="0" i="0">
                <a:solidFill>
                  <a:schemeClr val="bg1"/>
                </a:solidFill>
              </a:defRPr>
            </a:lvl1pPr>
          </a:lstStyle>
          <a:p>
            <a:pPr lvl="0"/>
            <a:fld id="{8CB6075D-8BAC-B844-A668-187D1189595D}" type="slidenum">
              <a:rPr lang="en-US" smtClean="0"/>
              <a:pPr lvl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F7F71C0-786E-E474-5157-E8D53EFCA6D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0587" y="6427026"/>
            <a:ext cx="743634" cy="237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1546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nk Off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0AC285DF-3E28-6DFC-80EE-08BC07C6D439}"/>
              </a:ext>
            </a:extLst>
          </p:cNvPr>
          <p:cNvSpPr/>
          <p:nvPr userDrawn="1"/>
        </p:nvSpPr>
        <p:spPr>
          <a:xfrm>
            <a:off x="4898823" y="1535078"/>
            <a:ext cx="6913547" cy="5322478"/>
          </a:xfrm>
          <a:custGeom>
            <a:avLst/>
            <a:gdLst>
              <a:gd name="connsiteX0" fmla="*/ 4646738 w 6913547"/>
              <a:gd name="connsiteY0" fmla="*/ 0 h 5322478"/>
              <a:gd name="connsiteX1" fmla="*/ 0 w 6913547"/>
              <a:gd name="connsiteY1" fmla="*/ 4625165 h 5322478"/>
              <a:gd name="connsiteX2" fmla="*/ 676373 w 6913547"/>
              <a:gd name="connsiteY2" fmla="*/ 5322479 h 5322478"/>
              <a:gd name="connsiteX3" fmla="*/ 3975362 w 6913547"/>
              <a:gd name="connsiteY3" fmla="*/ 5322479 h 5322478"/>
              <a:gd name="connsiteX4" fmla="*/ 6913548 w 6913547"/>
              <a:gd name="connsiteY4" fmla="*/ 2384357 h 5322478"/>
              <a:gd name="connsiteX5" fmla="*/ 4646738 w 6913547"/>
              <a:gd name="connsiteY5" fmla="*/ 0 h 5322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13547" h="5322478">
                <a:moveTo>
                  <a:pt x="4646738" y="0"/>
                </a:moveTo>
                <a:lnTo>
                  <a:pt x="0" y="4625165"/>
                </a:lnTo>
                <a:lnTo>
                  <a:pt x="676373" y="5322479"/>
                </a:lnTo>
                <a:lnTo>
                  <a:pt x="3975362" y="5322479"/>
                </a:lnTo>
                <a:lnTo>
                  <a:pt x="6913548" y="2384357"/>
                </a:lnTo>
                <a:lnTo>
                  <a:pt x="4646738" y="0"/>
                </a:lnTo>
                <a:close/>
              </a:path>
            </a:pathLst>
          </a:custGeom>
          <a:gradFill>
            <a:gsLst>
              <a:gs pos="1000">
                <a:schemeClr val="tx1">
                  <a:alpha val="34000"/>
                </a:schemeClr>
              </a:gs>
              <a:gs pos="100000">
                <a:schemeClr val="tx2">
                  <a:alpha val="4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7F13C328-7590-C51F-18D9-41245340B347}"/>
              </a:ext>
            </a:extLst>
          </p:cNvPr>
          <p:cNvSpPr/>
          <p:nvPr userDrawn="1"/>
        </p:nvSpPr>
        <p:spPr>
          <a:xfrm>
            <a:off x="22494" y="0"/>
            <a:ext cx="11065294" cy="6160242"/>
          </a:xfrm>
          <a:custGeom>
            <a:avLst/>
            <a:gdLst>
              <a:gd name="connsiteX0" fmla="*/ 9523067 w 11065294"/>
              <a:gd name="connsiteY0" fmla="*/ 1535079 h 6160242"/>
              <a:gd name="connsiteX1" fmla="*/ 9523067 w 11065294"/>
              <a:gd name="connsiteY1" fmla="*/ 1535079 h 6160242"/>
              <a:gd name="connsiteX2" fmla="*/ 11065294 w 11065294"/>
              <a:gd name="connsiteY2" fmla="*/ 0 h 6160242"/>
              <a:gd name="connsiteX3" fmla="*/ 0 w 11065294"/>
              <a:gd name="connsiteY3" fmla="*/ 0 h 6160242"/>
              <a:gd name="connsiteX4" fmla="*/ 0 w 11065294"/>
              <a:gd name="connsiteY4" fmla="*/ 1399374 h 6160242"/>
              <a:gd name="connsiteX5" fmla="*/ 4876329 w 11065294"/>
              <a:gd name="connsiteY5" fmla="*/ 6160243 h 6160242"/>
              <a:gd name="connsiteX6" fmla="*/ 9523067 w 11065294"/>
              <a:gd name="connsiteY6" fmla="*/ 1535079 h 6160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065294" h="6160242">
                <a:moveTo>
                  <a:pt x="9523067" y="1535079"/>
                </a:moveTo>
                <a:lnTo>
                  <a:pt x="9523067" y="1535079"/>
                </a:lnTo>
                <a:lnTo>
                  <a:pt x="11065294" y="0"/>
                </a:lnTo>
                <a:lnTo>
                  <a:pt x="0" y="0"/>
                </a:lnTo>
                <a:lnTo>
                  <a:pt x="0" y="1399374"/>
                </a:lnTo>
                <a:lnTo>
                  <a:pt x="4876329" y="6160243"/>
                </a:lnTo>
                <a:lnTo>
                  <a:pt x="9523067" y="1535079"/>
                </a:lnTo>
                <a:close/>
              </a:path>
            </a:pathLst>
          </a:custGeom>
          <a:gradFill>
            <a:gsLst>
              <a:gs pos="83000">
                <a:schemeClr val="tx1"/>
              </a:gs>
              <a:gs pos="27000">
                <a:srgbClr val="00024F">
                  <a:alpha val="50000"/>
                </a:srgb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7631DB2F-2AAD-2D6D-9B1B-67A043BB2A2C}"/>
              </a:ext>
            </a:extLst>
          </p:cNvPr>
          <p:cNvSpPr/>
          <p:nvPr userDrawn="1"/>
        </p:nvSpPr>
        <p:spPr>
          <a:xfrm>
            <a:off x="8874185" y="3562237"/>
            <a:ext cx="3295319" cy="3295319"/>
          </a:xfrm>
          <a:custGeom>
            <a:avLst/>
            <a:gdLst>
              <a:gd name="connsiteX0" fmla="*/ 3295320 w 3295319"/>
              <a:gd name="connsiteY0" fmla="*/ 0 h 3295319"/>
              <a:gd name="connsiteX1" fmla="*/ 2938185 w 3295319"/>
              <a:gd name="connsiteY1" fmla="*/ 357198 h 3295319"/>
              <a:gd name="connsiteX2" fmla="*/ 2938185 w 3295319"/>
              <a:gd name="connsiteY2" fmla="*/ 357198 h 3295319"/>
              <a:gd name="connsiteX3" fmla="*/ 0 w 3295319"/>
              <a:gd name="connsiteY3" fmla="*/ 3295320 h 3295319"/>
              <a:gd name="connsiteX4" fmla="*/ 3295320 w 3295319"/>
              <a:gd name="connsiteY4" fmla="*/ 3295320 h 3295319"/>
              <a:gd name="connsiteX5" fmla="*/ 3295320 w 3295319"/>
              <a:gd name="connsiteY5" fmla="*/ 0 h 3295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95319" h="3295319">
                <a:moveTo>
                  <a:pt x="3295320" y="0"/>
                </a:moveTo>
                <a:lnTo>
                  <a:pt x="2938185" y="357198"/>
                </a:lnTo>
                <a:lnTo>
                  <a:pt x="2938185" y="357198"/>
                </a:lnTo>
                <a:lnTo>
                  <a:pt x="0" y="3295320"/>
                </a:lnTo>
                <a:lnTo>
                  <a:pt x="3295320" y="3295320"/>
                </a:lnTo>
                <a:lnTo>
                  <a:pt x="3295320" y="0"/>
                </a:lnTo>
                <a:close/>
              </a:path>
            </a:pathLst>
          </a:custGeom>
          <a:gradFill>
            <a:gsLst>
              <a:gs pos="24000">
                <a:schemeClr val="accent1">
                  <a:alpha val="0"/>
                </a:schemeClr>
              </a:gs>
              <a:gs pos="100000">
                <a:schemeClr val="tx1">
                  <a:alpha val="46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F8B68B20-1E67-6AF7-38F0-46D9A80D0EC9}"/>
              </a:ext>
            </a:extLst>
          </p:cNvPr>
          <p:cNvSpPr/>
          <p:nvPr userDrawn="1"/>
        </p:nvSpPr>
        <p:spPr>
          <a:xfrm>
            <a:off x="22494" y="1399373"/>
            <a:ext cx="5552702" cy="5458183"/>
          </a:xfrm>
          <a:custGeom>
            <a:avLst/>
            <a:gdLst>
              <a:gd name="connsiteX0" fmla="*/ 0 w 5552702"/>
              <a:gd name="connsiteY0" fmla="*/ 0 h 5458183"/>
              <a:gd name="connsiteX1" fmla="*/ 0 w 5552702"/>
              <a:gd name="connsiteY1" fmla="*/ 5458184 h 5458183"/>
              <a:gd name="connsiteX2" fmla="*/ 5552703 w 5552702"/>
              <a:gd name="connsiteY2" fmla="*/ 5458184 h 5458183"/>
              <a:gd name="connsiteX3" fmla="*/ 4876329 w 5552702"/>
              <a:gd name="connsiteY3" fmla="*/ 4760870 h 5458183"/>
              <a:gd name="connsiteX4" fmla="*/ 0 w 5552702"/>
              <a:gd name="connsiteY4" fmla="*/ 0 h 54581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52702" h="5458183">
                <a:moveTo>
                  <a:pt x="0" y="0"/>
                </a:moveTo>
                <a:lnTo>
                  <a:pt x="0" y="5458184"/>
                </a:lnTo>
                <a:lnTo>
                  <a:pt x="5552703" y="5458184"/>
                </a:lnTo>
                <a:lnTo>
                  <a:pt x="4876329" y="476087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1000">
                <a:schemeClr val="tx1">
                  <a:alpha val="34000"/>
                </a:schemeClr>
              </a:gs>
              <a:gs pos="100000">
                <a:schemeClr val="tx2">
                  <a:alpha val="4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904235DC-DB23-764F-0C69-62AAF64C2C59}"/>
              </a:ext>
            </a:extLst>
          </p:cNvPr>
          <p:cNvSpPr/>
          <p:nvPr userDrawn="1"/>
        </p:nvSpPr>
        <p:spPr>
          <a:xfrm>
            <a:off x="9545560" y="0"/>
            <a:ext cx="2623944" cy="3919435"/>
          </a:xfrm>
          <a:custGeom>
            <a:avLst/>
            <a:gdLst>
              <a:gd name="connsiteX0" fmla="*/ 2266810 w 2623944"/>
              <a:gd name="connsiteY0" fmla="*/ 3919436 h 3919435"/>
              <a:gd name="connsiteX1" fmla="*/ 2623944 w 2623944"/>
              <a:gd name="connsiteY1" fmla="*/ 3562238 h 3919435"/>
              <a:gd name="connsiteX2" fmla="*/ 2623944 w 2623944"/>
              <a:gd name="connsiteY2" fmla="*/ 0 h 3919435"/>
              <a:gd name="connsiteX3" fmla="*/ 1542228 w 2623944"/>
              <a:gd name="connsiteY3" fmla="*/ 0 h 3919435"/>
              <a:gd name="connsiteX4" fmla="*/ 0 w 2623944"/>
              <a:gd name="connsiteY4" fmla="*/ 1535079 h 3919435"/>
              <a:gd name="connsiteX5" fmla="*/ 2266810 w 2623944"/>
              <a:gd name="connsiteY5" fmla="*/ 3919436 h 3919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23944" h="3919435">
                <a:moveTo>
                  <a:pt x="2266810" y="3919436"/>
                </a:moveTo>
                <a:lnTo>
                  <a:pt x="2623944" y="3562238"/>
                </a:lnTo>
                <a:lnTo>
                  <a:pt x="2623944" y="0"/>
                </a:lnTo>
                <a:lnTo>
                  <a:pt x="1542228" y="0"/>
                </a:lnTo>
                <a:lnTo>
                  <a:pt x="0" y="1535079"/>
                </a:lnTo>
                <a:lnTo>
                  <a:pt x="2266810" y="3919436"/>
                </a:lnTo>
                <a:close/>
              </a:path>
            </a:pathLst>
          </a:custGeom>
          <a:gradFill>
            <a:gsLst>
              <a:gs pos="100000">
                <a:schemeClr val="tx1">
                  <a:alpha val="34000"/>
                </a:schemeClr>
              </a:gs>
              <a:gs pos="2000">
                <a:schemeClr val="tx2">
                  <a:alpha val="4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215ABBB-D7A0-9837-C777-AEC1FF796ED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16072" y="2226968"/>
            <a:ext cx="6359856" cy="170630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7DC7B7F-8105-FD27-066D-A5C9E2500446}"/>
              </a:ext>
            </a:extLst>
          </p:cNvPr>
          <p:cNvSpPr txBox="1"/>
          <p:nvPr userDrawn="1"/>
        </p:nvSpPr>
        <p:spPr>
          <a:xfrm>
            <a:off x="3665881" y="4068979"/>
            <a:ext cx="4661453" cy="9144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lang="en-US" sz="3200" spc="29">
                <a:solidFill>
                  <a:schemeClr val="accent2"/>
                </a:solidFill>
                <a:sym typeface="Montserrat Regular"/>
              </a:rPr>
              <a:t>Accelerating Innovators</a:t>
            </a:r>
          </a:p>
        </p:txBody>
      </p:sp>
    </p:spTree>
    <p:extLst>
      <p:ext uri="{BB962C8B-B14F-4D97-AF65-F5344CB8AC3E}">
        <p14:creationId xmlns:p14="http://schemas.microsoft.com/office/powerpoint/2010/main" val="16549535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Blank Off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0AC285DF-3E28-6DFC-80EE-08BC07C6D439}"/>
              </a:ext>
            </a:extLst>
          </p:cNvPr>
          <p:cNvSpPr/>
          <p:nvPr userDrawn="1"/>
        </p:nvSpPr>
        <p:spPr>
          <a:xfrm>
            <a:off x="4898823" y="1535078"/>
            <a:ext cx="6913547" cy="5322478"/>
          </a:xfrm>
          <a:custGeom>
            <a:avLst/>
            <a:gdLst>
              <a:gd name="connsiteX0" fmla="*/ 4646738 w 6913547"/>
              <a:gd name="connsiteY0" fmla="*/ 0 h 5322478"/>
              <a:gd name="connsiteX1" fmla="*/ 0 w 6913547"/>
              <a:gd name="connsiteY1" fmla="*/ 4625165 h 5322478"/>
              <a:gd name="connsiteX2" fmla="*/ 676373 w 6913547"/>
              <a:gd name="connsiteY2" fmla="*/ 5322479 h 5322478"/>
              <a:gd name="connsiteX3" fmla="*/ 3975362 w 6913547"/>
              <a:gd name="connsiteY3" fmla="*/ 5322479 h 5322478"/>
              <a:gd name="connsiteX4" fmla="*/ 6913548 w 6913547"/>
              <a:gd name="connsiteY4" fmla="*/ 2384357 h 5322478"/>
              <a:gd name="connsiteX5" fmla="*/ 4646738 w 6913547"/>
              <a:gd name="connsiteY5" fmla="*/ 0 h 5322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13547" h="5322478">
                <a:moveTo>
                  <a:pt x="4646738" y="0"/>
                </a:moveTo>
                <a:lnTo>
                  <a:pt x="0" y="4625165"/>
                </a:lnTo>
                <a:lnTo>
                  <a:pt x="676373" y="5322479"/>
                </a:lnTo>
                <a:lnTo>
                  <a:pt x="3975362" y="5322479"/>
                </a:lnTo>
                <a:lnTo>
                  <a:pt x="6913548" y="2384357"/>
                </a:lnTo>
                <a:lnTo>
                  <a:pt x="4646738" y="0"/>
                </a:lnTo>
                <a:close/>
              </a:path>
            </a:pathLst>
          </a:custGeom>
          <a:gradFill>
            <a:gsLst>
              <a:gs pos="1000">
                <a:schemeClr val="tx1">
                  <a:alpha val="34000"/>
                </a:schemeClr>
              </a:gs>
              <a:gs pos="100000">
                <a:schemeClr val="tx2">
                  <a:alpha val="4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7F13C328-7590-C51F-18D9-41245340B347}"/>
              </a:ext>
            </a:extLst>
          </p:cNvPr>
          <p:cNvSpPr/>
          <p:nvPr userDrawn="1"/>
        </p:nvSpPr>
        <p:spPr>
          <a:xfrm>
            <a:off x="22494" y="0"/>
            <a:ext cx="11065294" cy="6160242"/>
          </a:xfrm>
          <a:custGeom>
            <a:avLst/>
            <a:gdLst>
              <a:gd name="connsiteX0" fmla="*/ 9523067 w 11065294"/>
              <a:gd name="connsiteY0" fmla="*/ 1535079 h 6160242"/>
              <a:gd name="connsiteX1" fmla="*/ 9523067 w 11065294"/>
              <a:gd name="connsiteY1" fmla="*/ 1535079 h 6160242"/>
              <a:gd name="connsiteX2" fmla="*/ 11065294 w 11065294"/>
              <a:gd name="connsiteY2" fmla="*/ 0 h 6160242"/>
              <a:gd name="connsiteX3" fmla="*/ 0 w 11065294"/>
              <a:gd name="connsiteY3" fmla="*/ 0 h 6160242"/>
              <a:gd name="connsiteX4" fmla="*/ 0 w 11065294"/>
              <a:gd name="connsiteY4" fmla="*/ 1399374 h 6160242"/>
              <a:gd name="connsiteX5" fmla="*/ 4876329 w 11065294"/>
              <a:gd name="connsiteY5" fmla="*/ 6160243 h 6160242"/>
              <a:gd name="connsiteX6" fmla="*/ 9523067 w 11065294"/>
              <a:gd name="connsiteY6" fmla="*/ 1535079 h 6160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065294" h="6160242">
                <a:moveTo>
                  <a:pt x="9523067" y="1535079"/>
                </a:moveTo>
                <a:lnTo>
                  <a:pt x="9523067" y="1535079"/>
                </a:lnTo>
                <a:lnTo>
                  <a:pt x="11065294" y="0"/>
                </a:lnTo>
                <a:lnTo>
                  <a:pt x="0" y="0"/>
                </a:lnTo>
                <a:lnTo>
                  <a:pt x="0" y="1399374"/>
                </a:lnTo>
                <a:lnTo>
                  <a:pt x="4876329" y="6160243"/>
                </a:lnTo>
                <a:lnTo>
                  <a:pt x="9523067" y="1535079"/>
                </a:lnTo>
                <a:close/>
              </a:path>
            </a:pathLst>
          </a:custGeom>
          <a:gradFill>
            <a:gsLst>
              <a:gs pos="83000">
                <a:schemeClr val="tx1"/>
              </a:gs>
              <a:gs pos="27000">
                <a:srgbClr val="00024F">
                  <a:alpha val="50000"/>
                </a:srgb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7631DB2F-2AAD-2D6D-9B1B-67A043BB2A2C}"/>
              </a:ext>
            </a:extLst>
          </p:cNvPr>
          <p:cNvSpPr/>
          <p:nvPr userDrawn="1"/>
        </p:nvSpPr>
        <p:spPr>
          <a:xfrm>
            <a:off x="8874185" y="3562237"/>
            <a:ext cx="3295319" cy="3295319"/>
          </a:xfrm>
          <a:custGeom>
            <a:avLst/>
            <a:gdLst>
              <a:gd name="connsiteX0" fmla="*/ 3295320 w 3295319"/>
              <a:gd name="connsiteY0" fmla="*/ 0 h 3295319"/>
              <a:gd name="connsiteX1" fmla="*/ 2938185 w 3295319"/>
              <a:gd name="connsiteY1" fmla="*/ 357198 h 3295319"/>
              <a:gd name="connsiteX2" fmla="*/ 2938185 w 3295319"/>
              <a:gd name="connsiteY2" fmla="*/ 357198 h 3295319"/>
              <a:gd name="connsiteX3" fmla="*/ 0 w 3295319"/>
              <a:gd name="connsiteY3" fmla="*/ 3295320 h 3295319"/>
              <a:gd name="connsiteX4" fmla="*/ 3295320 w 3295319"/>
              <a:gd name="connsiteY4" fmla="*/ 3295320 h 3295319"/>
              <a:gd name="connsiteX5" fmla="*/ 3295320 w 3295319"/>
              <a:gd name="connsiteY5" fmla="*/ 0 h 3295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95319" h="3295319">
                <a:moveTo>
                  <a:pt x="3295320" y="0"/>
                </a:moveTo>
                <a:lnTo>
                  <a:pt x="2938185" y="357198"/>
                </a:lnTo>
                <a:lnTo>
                  <a:pt x="2938185" y="357198"/>
                </a:lnTo>
                <a:lnTo>
                  <a:pt x="0" y="3295320"/>
                </a:lnTo>
                <a:lnTo>
                  <a:pt x="3295320" y="3295320"/>
                </a:lnTo>
                <a:lnTo>
                  <a:pt x="3295320" y="0"/>
                </a:lnTo>
                <a:close/>
              </a:path>
            </a:pathLst>
          </a:custGeom>
          <a:gradFill>
            <a:gsLst>
              <a:gs pos="24000">
                <a:schemeClr val="accent1">
                  <a:alpha val="0"/>
                </a:schemeClr>
              </a:gs>
              <a:gs pos="100000">
                <a:schemeClr val="tx1">
                  <a:alpha val="46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F8B68B20-1E67-6AF7-38F0-46D9A80D0EC9}"/>
              </a:ext>
            </a:extLst>
          </p:cNvPr>
          <p:cNvSpPr/>
          <p:nvPr userDrawn="1"/>
        </p:nvSpPr>
        <p:spPr>
          <a:xfrm>
            <a:off x="22494" y="1399373"/>
            <a:ext cx="5552702" cy="5458183"/>
          </a:xfrm>
          <a:custGeom>
            <a:avLst/>
            <a:gdLst>
              <a:gd name="connsiteX0" fmla="*/ 0 w 5552702"/>
              <a:gd name="connsiteY0" fmla="*/ 0 h 5458183"/>
              <a:gd name="connsiteX1" fmla="*/ 0 w 5552702"/>
              <a:gd name="connsiteY1" fmla="*/ 5458184 h 5458183"/>
              <a:gd name="connsiteX2" fmla="*/ 5552703 w 5552702"/>
              <a:gd name="connsiteY2" fmla="*/ 5458184 h 5458183"/>
              <a:gd name="connsiteX3" fmla="*/ 4876329 w 5552702"/>
              <a:gd name="connsiteY3" fmla="*/ 4760870 h 5458183"/>
              <a:gd name="connsiteX4" fmla="*/ 0 w 5552702"/>
              <a:gd name="connsiteY4" fmla="*/ 0 h 54581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52702" h="5458183">
                <a:moveTo>
                  <a:pt x="0" y="0"/>
                </a:moveTo>
                <a:lnTo>
                  <a:pt x="0" y="5458184"/>
                </a:lnTo>
                <a:lnTo>
                  <a:pt x="5552703" y="5458184"/>
                </a:lnTo>
                <a:lnTo>
                  <a:pt x="4876329" y="476087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1000">
                <a:schemeClr val="tx1">
                  <a:alpha val="34000"/>
                </a:schemeClr>
              </a:gs>
              <a:gs pos="100000">
                <a:schemeClr val="tx2">
                  <a:alpha val="4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904235DC-DB23-764F-0C69-62AAF64C2C59}"/>
              </a:ext>
            </a:extLst>
          </p:cNvPr>
          <p:cNvSpPr/>
          <p:nvPr userDrawn="1"/>
        </p:nvSpPr>
        <p:spPr>
          <a:xfrm>
            <a:off x="9545560" y="0"/>
            <a:ext cx="2623944" cy="3919435"/>
          </a:xfrm>
          <a:custGeom>
            <a:avLst/>
            <a:gdLst>
              <a:gd name="connsiteX0" fmla="*/ 2266810 w 2623944"/>
              <a:gd name="connsiteY0" fmla="*/ 3919436 h 3919435"/>
              <a:gd name="connsiteX1" fmla="*/ 2623944 w 2623944"/>
              <a:gd name="connsiteY1" fmla="*/ 3562238 h 3919435"/>
              <a:gd name="connsiteX2" fmla="*/ 2623944 w 2623944"/>
              <a:gd name="connsiteY2" fmla="*/ 0 h 3919435"/>
              <a:gd name="connsiteX3" fmla="*/ 1542228 w 2623944"/>
              <a:gd name="connsiteY3" fmla="*/ 0 h 3919435"/>
              <a:gd name="connsiteX4" fmla="*/ 0 w 2623944"/>
              <a:gd name="connsiteY4" fmla="*/ 1535079 h 3919435"/>
              <a:gd name="connsiteX5" fmla="*/ 2266810 w 2623944"/>
              <a:gd name="connsiteY5" fmla="*/ 3919436 h 3919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23944" h="3919435">
                <a:moveTo>
                  <a:pt x="2266810" y="3919436"/>
                </a:moveTo>
                <a:lnTo>
                  <a:pt x="2623944" y="3562238"/>
                </a:lnTo>
                <a:lnTo>
                  <a:pt x="2623944" y="0"/>
                </a:lnTo>
                <a:lnTo>
                  <a:pt x="1542228" y="0"/>
                </a:lnTo>
                <a:lnTo>
                  <a:pt x="0" y="1535079"/>
                </a:lnTo>
                <a:lnTo>
                  <a:pt x="2266810" y="3919436"/>
                </a:lnTo>
                <a:close/>
              </a:path>
            </a:pathLst>
          </a:custGeom>
          <a:gradFill>
            <a:gsLst>
              <a:gs pos="100000">
                <a:schemeClr val="tx1">
                  <a:alpha val="34000"/>
                </a:schemeClr>
              </a:gs>
              <a:gs pos="2000">
                <a:schemeClr val="tx2">
                  <a:alpha val="4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215ABBB-D7A0-9837-C777-AEC1FF796ED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16072" y="2226968"/>
            <a:ext cx="6359856" cy="1706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1698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Blank Off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A664C36-C5F7-ADD1-F43D-E5E47C008987}"/>
              </a:ext>
            </a:extLst>
          </p:cNvPr>
          <p:cNvSpPr/>
          <p:nvPr userDrawn="1"/>
        </p:nvSpPr>
        <p:spPr>
          <a:xfrm>
            <a:off x="3822700" y="-1"/>
            <a:ext cx="8369302" cy="6858001"/>
          </a:xfrm>
          <a:custGeom>
            <a:avLst/>
            <a:gdLst>
              <a:gd name="connsiteX0" fmla="*/ 0 w 8369302"/>
              <a:gd name="connsiteY0" fmla="*/ 0 h 6858001"/>
              <a:gd name="connsiteX1" fmla="*/ 8368908 w 8369302"/>
              <a:gd name="connsiteY1" fmla="*/ 0 h 6858001"/>
              <a:gd name="connsiteX2" fmla="*/ 8369258 w 8369302"/>
              <a:gd name="connsiteY2" fmla="*/ 404964 h 6858001"/>
              <a:gd name="connsiteX3" fmla="*/ 8363489 w 8369302"/>
              <a:gd name="connsiteY3" fmla="*/ 6367778 h 6858001"/>
              <a:gd name="connsiteX4" fmla="*/ 8363364 w 8369302"/>
              <a:gd name="connsiteY4" fmla="*/ 6858001 h 6858001"/>
              <a:gd name="connsiteX5" fmla="*/ 6780726 w 8369302"/>
              <a:gd name="connsiteY5" fmla="*/ 685800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369302" h="6858001">
                <a:moveTo>
                  <a:pt x="0" y="0"/>
                </a:moveTo>
                <a:lnTo>
                  <a:pt x="8368908" y="0"/>
                </a:lnTo>
                <a:lnTo>
                  <a:pt x="8369258" y="404964"/>
                </a:lnTo>
                <a:cubicBezTo>
                  <a:pt x="8369847" y="2482921"/>
                  <a:pt x="8364407" y="4344030"/>
                  <a:pt x="8363489" y="6367778"/>
                </a:cubicBezTo>
                <a:lnTo>
                  <a:pt x="8363364" y="6858001"/>
                </a:lnTo>
                <a:lnTo>
                  <a:pt x="6780726" y="6858001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0000"/>
                  <a:lumOff val="40000"/>
                  <a:alpha val="45000"/>
                </a:schemeClr>
              </a:gs>
              <a:gs pos="100000">
                <a:schemeClr val="tx2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1C771BD-3ACD-DC9A-D1B9-07C6F1F59C3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46650" y="2300172"/>
            <a:ext cx="2298700" cy="2257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0509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8DEF23FD-6FDB-C2FA-C201-F9C5523C2396}"/>
              </a:ext>
            </a:extLst>
          </p:cNvPr>
          <p:cNvSpPr/>
          <p:nvPr userDrawn="1"/>
        </p:nvSpPr>
        <p:spPr>
          <a:xfrm>
            <a:off x="3822700" y="-1"/>
            <a:ext cx="8369302" cy="6858001"/>
          </a:xfrm>
          <a:custGeom>
            <a:avLst/>
            <a:gdLst>
              <a:gd name="connsiteX0" fmla="*/ 0 w 8369302"/>
              <a:gd name="connsiteY0" fmla="*/ 0 h 6858001"/>
              <a:gd name="connsiteX1" fmla="*/ 8368908 w 8369302"/>
              <a:gd name="connsiteY1" fmla="*/ 0 h 6858001"/>
              <a:gd name="connsiteX2" fmla="*/ 8369258 w 8369302"/>
              <a:gd name="connsiteY2" fmla="*/ 404964 h 6858001"/>
              <a:gd name="connsiteX3" fmla="*/ 8363489 w 8369302"/>
              <a:gd name="connsiteY3" fmla="*/ 6367778 h 6858001"/>
              <a:gd name="connsiteX4" fmla="*/ 8363364 w 8369302"/>
              <a:gd name="connsiteY4" fmla="*/ 6858001 h 6858001"/>
              <a:gd name="connsiteX5" fmla="*/ 6780726 w 8369302"/>
              <a:gd name="connsiteY5" fmla="*/ 685800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369302" h="6858001">
                <a:moveTo>
                  <a:pt x="0" y="0"/>
                </a:moveTo>
                <a:lnTo>
                  <a:pt x="8368908" y="0"/>
                </a:lnTo>
                <a:lnTo>
                  <a:pt x="8369258" y="404964"/>
                </a:lnTo>
                <a:cubicBezTo>
                  <a:pt x="8369847" y="2482921"/>
                  <a:pt x="8364407" y="4344030"/>
                  <a:pt x="8363489" y="6367778"/>
                </a:cubicBezTo>
                <a:lnTo>
                  <a:pt x="8363364" y="6858001"/>
                </a:lnTo>
                <a:lnTo>
                  <a:pt x="6780726" y="6858001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0000"/>
                  <a:lumOff val="40000"/>
                  <a:alpha val="22000"/>
                </a:schemeClr>
              </a:gs>
              <a:gs pos="100000">
                <a:schemeClr val="tx2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10F55D-1FBE-5D4C-F028-3E958ED93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56996"/>
            <a:ext cx="10972800" cy="995579"/>
          </a:xfrm>
        </p:spPr>
        <p:txBody>
          <a:bodyPr anchor="b">
            <a:normAutofit/>
          </a:bodyPr>
          <a:lstStyle>
            <a:lvl1pPr>
              <a:defRPr sz="4000" b="0" i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11002F6-364D-65F1-27DF-3F198B22187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" y="1552575"/>
            <a:ext cx="10972800" cy="552450"/>
          </a:xfrm>
        </p:spPr>
        <p:txBody>
          <a:bodyPr>
            <a:noAutofit/>
          </a:bodyPr>
          <a:lstStyle>
            <a:lvl1pPr marL="0" indent="0">
              <a:buNone/>
              <a:defRPr lang="en-US" sz="2800" b="0" i="0" kern="1200" dirty="0" smtClean="0">
                <a:solidFill>
                  <a:schemeClr val="accent2"/>
                </a:solidFill>
                <a:latin typeface="+mn-lt"/>
                <a:ea typeface="GT Walsheim Regular" pitchFamily="2" charset="77"/>
                <a:cs typeface="GT Walsheim Regular" pitchFamily="2" charset="77"/>
                <a:sym typeface="Montserrat Regular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Subtitle text goes here</a:t>
            </a:r>
          </a:p>
        </p:txBody>
      </p:sp>
    </p:spTree>
    <p:extLst>
      <p:ext uri="{BB962C8B-B14F-4D97-AF65-F5344CB8AC3E}">
        <p14:creationId xmlns:p14="http://schemas.microsoft.com/office/powerpoint/2010/main" val="1041539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152" userDrawn="1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Off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B649CCD-6A6E-7889-13D6-B8DD5038C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31546"/>
            <a:ext cx="10972800" cy="1097179"/>
          </a:xfrm>
        </p:spPr>
        <p:txBody>
          <a:bodyPr anchor="b"/>
          <a:lstStyle>
            <a:lvl1pPr>
              <a:defRPr b="0" i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31B6D6D-1809-4971-8966-3B7ECF1C8A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33501"/>
            <a:ext cx="10972800" cy="4895850"/>
          </a:xfrm>
        </p:spPr>
        <p:txBody>
          <a:bodyPr/>
          <a:lstStyle>
            <a:lvl1pPr>
              <a:defRPr b="0" i="0">
                <a:latin typeface="+mn-lt"/>
              </a:defRPr>
            </a:lvl1pPr>
            <a:lvl2pPr>
              <a:defRPr b="0" i="0">
                <a:latin typeface="+mn-lt"/>
              </a:defRPr>
            </a:lvl2pPr>
            <a:lvl3pPr>
              <a:defRPr b="0" i="0">
                <a:latin typeface="+mn-lt"/>
              </a:defRPr>
            </a:lvl3pPr>
            <a:lvl4pPr>
              <a:defRPr b="0" i="0">
                <a:latin typeface="+mn-lt"/>
              </a:defRPr>
            </a:lvl4pPr>
            <a:lvl5pPr>
              <a:defRPr b="0" i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411629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30BD4-642B-0430-E0E8-21538EEB0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>
            <a:lvl1pPr>
              <a:defRPr b="0" i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AD522-9EEE-B8FA-6449-DD5472538B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0" i="0">
                <a:latin typeface="+mn-lt"/>
              </a:defRPr>
            </a:lvl1pPr>
            <a:lvl2pPr>
              <a:defRPr b="0" i="0">
                <a:latin typeface="+mn-lt"/>
              </a:defRPr>
            </a:lvl2pPr>
            <a:lvl3pPr>
              <a:defRPr b="0" i="0">
                <a:latin typeface="+mn-lt"/>
              </a:defRPr>
            </a:lvl3pPr>
            <a:lvl4pPr>
              <a:defRPr b="0" i="0">
                <a:latin typeface="+mn-lt"/>
              </a:defRPr>
            </a:lvl4pPr>
            <a:lvl5pPr>
              <a:defRPr b="0" i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4976059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ick to edit title style">
            <a:extLst>
              <a:ext uri="{FF2B5EF4-FFF2-40B4-BE49-F238E27FC236}">
                <a16:creationId xmlns:a16="http://schemas.microsoft.com/office/drawing/2014/main" id="{9986522A-20AF-B564-CA04-44F215B2317A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605387" y="2829089"/>
            <a:ext cx="10969236" cy="119982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5999">
                <a:latin typeface="+mn-lt"/>
                <a:ea typeface="GT Walsheim Regular" pitchFamily="2" charset="77"/>
                <a:cs typeface="GT Walsheim Regular" pitchFamily="2" charset="77"/>
                <a:sym typeface="GTWalsheim-Regular"/>
              </a:defRPr>
            </a:lvl1pPr>
          </a:lstStyle>
          <a:p>
            <a:r>
              <a:t>Click to edit title style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6002A795-7395-32AB-532B-E8CE73E1C952}"/>
              </a:ext>
            </a:extLst>
          </p:cNvPr>
          <p:cNvSpPr/>
          <p:nvPr userDrawn="1"/>
        </p:nvSpPr>
        <p:spPr>
          <a:xfrm flipH="1">
            <a:off x="9144002" y="-1"/>
            <a:ext cx="3047999" cy="3047999"/>
          </a:xfrm>
          <a:custGeom>
            <a:avLst/>
            <a:gdLst>
              <a:gd name="connsiteX0" fmla="*/ 0 w 3046352"/>
              <a:gd name="connsiteY0" fmla="*/ 0 h 3046352"/>
              <a:gd name="connsiteX1" fmla="*/ 3046352 w 3046352"/>
              <a:gd name="connsiteY1" fmla="*/ 0 h 3046352"/>
              <a:gd name="connsiteX2" fmla="*/ 0 w 3046352"/>
              <a:gd name="connsiteY2" fmla="*/ 3046352 h 3046352"/>
              <a:gd name="connsiteX3" fmla="*/ 0 w 3046352"/>
              <a:gd name="connsiteY3" fmla="*/ 0 h 3046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6352" h="3046352">
                <a:moveTo>
                  <a:pt x="0" y="0"/>
                </a:moveTo>
                <a:lnTo>
                  <a:pt x="3046352" y="0"/>
                </a:lnTo>
                <a:lnTo>
                  <a:pt x="0" y="3046352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96218">
                <a:srgbClr val="00024F"/>
              </a:gs>
              <a:gs pos="0">
                <a:srgbClr val="005DB8">
                  <a:alpha val="60000"/>
                </a:srgb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57060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150EF9A-153B-5BD7-6912-E9CF91B2C4AC}"/>
              </a:ext>
            </a:extLst>
          </p:cNvPr>
          <p:cNvSpPr txBox="1">
            <a:spLocks noGrp="1"/>
          </p:cNvSpPr>
          <p:nvPr>
            <p:ph type="body" sz="half" idx="21"/>
          </p:nvPr>
        </p:nvSpPr>
        <p:spPr>
          <a:xfrm>
            <a:off x="614202" y="2119744"/>
            <a:ext cx="10968356" cy="2618513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0"/>
              </a:spcBef>
              <a:buClrTx/>
              <a:buSzTx/>
              <a:buFontTx/>
              <a:buNone/>
              <a:defRPr sz="5999">
                <a:latin typeface="+mn-lt"/>
                <a:ea typeface="GT Walsheim Regular" pitchFamily="2" charset="77"/>
                <a:cs typeface="GT Walsheim Regular" pitchFamily="2" charset="77"/>
                <a:sym typeface="GTWalsheim-Regular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6697402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5FB51DC2-0F18-6E79-E1C1-281F0A8744C3}"/>
              </a:ext>
            </a:extLst>
          </p:cNvPr>
          <p:cNvSpPr txBox="1"/>
          <p:nvPr userDrawn="1"/>
        </p:nvSpPr>
        <p:spPr>
          <a:xfrm>
            <a:off x="5619453" y="630482"/>
            <a:ext cx="1463633" cy="2784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l" defTabSz="228554" rtl="0" eaLnBrk="1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lang="en-US" sz="17497" b="0" i="0" kern="1200">
                <a:solidFill>
                  <a:schemeClr val="accent2"/>
                </a:solidFill>
                <a:latin typeface="GT Walsheim Regular" pitchFamily="2" charset="77"/>
                <a:cs typeface="Arial"/>
                <a:sym typeface="Arial"/>
              </a:rPr>
              <a:t>“</a:t>
            </a:r>
          </a:p>
        </p:txBody>
      </p:sp>
      <p:sp>
        <p:nvSpPr>
          <p:cNvPr id="5" name="Lorem ipsum dolor sit amet, consectetur adipiscing elit, sed do eiusmod tempor incididunt ut labore et dolore magna aliqua. Ut enim ad minim veniam, quis nostrud exercitation">
            <a:extLst>
              <a:ext uri="{FF2B5EF4-FFF2-40B4-BE49-F238E27FC236}">
                <a16:creationId xmlns:a16="http://schemas.microsoft.com/office/drawing/2014/main" id="{64759A2C-6C75-DD6E-FE74-A695D054E154}"/>
              </a:ext>
            </a:extLst>
          </p:cNvPr>
          <p:cNvSpPr txBox="1">
            <a:spLocks noGrp="1"/>
          </p:cNvSpPr>
          <p:nvPr>
            <p:ph type="body" sz="half" idx="22"/>
          </p:nvPr>
        </p:nvSpPr>
        <p:spPr>
          <a:xfrm>
            <a:off x="2320443" y="1892418"/>
            <a:ext cx="7547939" cy="551241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 defTabSz="228554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2982">
                <a:latin typeface="+mn-lt"/>
                <a:ea typeface="GT Walsheim Regular" pitchFamily="2" charset="77"/>
                <a:cs typeface="GT Walsheim Regular" pitchFamily="2" charset="77"/>
                <a:sym typeface="GTWalsheim-Regular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0331835-7C06-D212-761A-21C997558D6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623389" y="5553741"/>
            <a:ext cx="1089988" cy="335616"/>
          </a:xfrm>
          <a:prstGeom prst="rect">
            <a:avLst/>
          </a:prstGeom>
        </p:spPr>
      </p:pic>
      <p:sp>
        <p:nvSpPr>
          <p:cNvPr id="2" name="Freeform: Shape 1">
            <a:extLst>
              <a:ext uri="{FF2B5EF4-FFF2-40B4-BE49-F238E27FC236}">
                <a16:creationId xmlns:a16="http://schemas.microsoft.com/office/drawing/2014/main" id="{45366940-EE45-56D6-FC8E-B72AE944DA68}"/>
              </a:ext>
            </a:extLst>
          </p:cNvPr>
          <p:cNvSpPr/>
          <p:nvPr userDrawn="1"/>
        </p:nvSpPr>
        <p:spPr>
          <a:xfrm flipH="1">
            <a:off x="9144002" y="-1"/>
            <a:ext cx="3047999" cy="3047999"/>
          </a:xfrm>
          <a:custGeom>
            <a:avLst/>
            <a:gdLst>
              <a:gd name="connsiteX0" fmla="*/ 0 w 3046352"/>
              <a:gd name="connsiteY0" fmla="*/ 0 h 3046352"/>
              <a:gd name="connsiteX1" fmla="*/ 3046352 w 3046352"/>
              <a:gd name="connsiteY1" fmla="*/ 0 h 3046352"/>
              <a:gd name="connsiteX2" fmla="*/ 0 w 3046352"/>
              <a:gd name="connsiteY2" fmla="*/ 3046352 h 3046352"/>
              <a:gd name="connsiteX3" fmla="*/ 0 w 3046352"/>
              <a:gd name="connsiteY3" fmla="*/ 0 h 3046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6352" h="3046352">
                <a:moveTo>
                  <a:pt x="0" y="0"/>
                </a:moveTo>
                <a:lnTo>
                  <a:pt x="3046352" y="0"/>
                </a:lnTo>
                <a:lnTo>
                  <a:pt x="0" y="3046352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96218">
                <a:srgbClr val="00024F"/>
              </a:gs>
              <a:gs pos="0">
                <a:srgbClr val="005DB8">
                  <a:alpha val="60000"/>
                </a:srgb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85863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“">
            <a:extLst>
              <a:ext uri="{FF2B5EF4-FFF2-40B4-BE49-F238E27FC236}">
                <a16:creationId xmlns:a16="http://schemas.microsoft.com/office/drawing/2014/main" id="{6BFF9B80-FB08-E03B-EB4C-75D7DD5C5FD0}"/>
              </a:ext>
            </a:extLst>
          </p:cNvPr>
          <p:cNvSpPr txBox="1"/>
          <p:nvPr userDrawn="1"/>
        </p:nvSpPr>
        <p:spPr>
          <a:xfrm>
            <a:off x="1928750" y="1085332"/>
            <a:ext cx="1658021" cy="3938746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tIns="45708" bIns="45708">
            <a:spAutoFit/>
          </a:bodyPr>
          <a:lstStyle>
            <a:lvl1pPr defTabSz="457200">
              <a:defRPr sz="5000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sz="24995" b="0" i="0">
                <a:solidFill>
                  <a:schemeClr val="accent2"/>
                </a:solidFill>
                <a:latin typeface="GT Walsheim Regular" pitchFamily="2" charset="77"/>
              </a:rPr>
              <a:t>“</a:t>
            </a:r>
          </a:p>
        </p:txBody>
      </p:sp>
      <p:sp>
        <p:nvSpPr>
          <p:cNvPr id="7" name="Lorem ipsum dolor sit amet, consectetur adipiscing elit, sed do eiusmod tempor incididunt ut labore et dolore magna aliqua. Ut enim ad minim veniam, quis nostrud exercitation">
            <a:extLst>
              <a:ext uri="{FF2B5EF4-FFF2-40B4-BE49-F238E27FC236}">
                <a16:creationId xmlns:a16="http://schemas.microsoft.com/office/drawing/2014/main" id="{9A1E4087-1D4F-48E5-9629-DF4A6F698311}"/>
              </a:ext>
            </a:extLst>
          </p:cNvPr>
          <p:cNvSpPr txBox="1">
            <a:spLocks noGrp="1"/>
          </p:cNvSpPr>
          <p:nvPr>
            <p:ph type="body" sz="half" idx="21"/>
          </p:nvPr>
        </p:nvSpPr>
        <p:spPr>
          <a:xfrm>
            <a:off x="2604214" y="1965443"/>
            <a:ext cx="7727004" cy="551241"/>
          </a:xfrm>
          <a:prstGeom prst="rect">
            <a:avLst/>
          </a:prstGeom>
        </p:spPr>
        <p:txBody>
          <a:bodyPr>
            <a:spAutoFit/>
          </a:bodyPr>
          <a:lstStyle>
            <a:lvl1pPr marL="0" indent="0" defTabSz="228554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2982">
                <a:latin typeface="+mn-lt"/>
                <a:ea typeface="GT Walsheim Regular" pitchFamily="2" charset="77"/>
                <a:cs typeface="GT Walsheim Regular" pitchFamily="2" charset="77"/>
                <a:sym typeface="GTWalsheim-Regular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“">
            <a:extLst>
              <a:ext uri="{FF2B5EF4-FFF2-40B4-BE49-F238E27FC236}">
                <a16:creationId xmlns:a16="http://schemas.microsoft.com/office/drawing/2014/main" id="{76DB2CA4-0946-9AC1-7DB2-EF9F282EC762}"/>
              </a:ext>
            </a:extLst>
          </p:cNvPr>
          <p:cNvSpPr txBox="1"/>
          <p:nvPr userDrawn="1"/>
        </p:nvSpPr>
        <p:spPr>
          <a:xfrm rot="10800000">
            <a:off x="8143781" y="1085729"/>
            <a:ext cx="1658021" cy="3938746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tIns="45708" bIns="45708">
            <a:spAutoFit/>
          </a:bodyPr>
          <a:lstStyle>
            <a:lvl1pPr defTabSz="457200">
              <a:defRPr sz="5000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sz="24995" b="0" i="0">
                <a:solidFill>
                  <a:schemeClr val="accent2"/>
                </a:solidFill>
                <a:latin typeface="GT Walsheim Regular" pitchFamily="2" charset="77"/>
              </a:rPr>
              <a:t>“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F97D874-6C2A-F95B-C779-33BDC5DD91C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623389" y="5553741"/>
            <a:ext cx="1089988" cy="335616"/>
          </a:xfrm>
          <a:prstGeom prst="rect">
            <a:avLst/>
          </a:prstGeom>
        </p:spPr>
      </p:pic>
      <p:sp>
        <p:nvSpPr>
          <p:cNvPr id="4" name="Freeform: Shape 3">
            <a:extLst>
              <a:ext uri="{FF2B5EF4-FFF2-40B4-BE49-F238E27FC236}">
                <a16:creationId xmlns:a16="http://schemas.microsoft.com/office/drawing/2014/main" id="{AFAB1E1A-6C8B-03E2-B528-048D8A20BC4F}"/>
              </a:ext>
            </a:extLst>
          </p:cNvPr>
          <p:cNvSpPr/>
          <p:nvPr userDrawn="1"/>
        </p:nvSpPr>
        <p:spPr>
          <a:xfrm flipH="1">
            <a:off x="9144002" y="-1"/>
            <a:ext cx="3047999" cy="3047999"/>
          </a:xfrm>
          <a:custGeom>
            <a:avLst/>
            <a:gdLst>
              <a:gd name="connsiteX0" fmla="*/ 0 w 3046352"/>
              <a:gd name="connsiteY0" fmla="*/ 0 h 3046352"/>
              <a:gd name="connsiteX1" fmla="*/ 3046352 w 3046352"/>
              <a:gd name="connsiteY1" fmla="*/ 0 h 3046352"/>
              <a:gd name="connsiteX2" fmla="*/ 0 w 3046352"/>
              <a:gd name="connsiteY2" fmla="*/ 3046352 h 3046352"/>
              <a:gd name="connsiteX3" fmla="*/ 0 w 3046352"/>
              <a:gd name="connsiteY3" fmla="*/ 0 h 3046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6352" h="3046352">
                <a:moveTo>
                  <a:pt x="0" y="0"/>
                </a:moveTo>
                <a:lnTo>
                  <a:pt x="3046352" y="0"/>
                </a:lnTo>
                <a:lnTo>
                  <a:pt x="0" y="3046352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96218">
                <a:srgbClr val="00024F"/>
              </a:gs>
              <a:gs pos="0">
                <a:srgbClr val="005DB8">
                  <a:alpha val="60000"/>
                </a:srgb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17820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 Blu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ACB57B-3C5D-8065-845C-616060F8BCD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164286" y="1617036"/>
            <a:ext cx="6118670" cy="193757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892618B-E0F8-25E2-1003-52CA81F8B6B4}"/>
              </a:ext>
            </a:extLst>
          </p:cNvPr>
          <p:cNvSpPr txBox="1"/>
          <p:nvPr userDrawn="1"/>
        </p:nvSpPr>
        <p:spPr>
          <a:xfrm>
            <a:off x="3665881" y="3677478"/>
            <a:ext cx="4661453" cy="9144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lang="en-US" sz="3200" spc="29">
                <a:solidFill>
                  <a:schemeClr val="accent2"/>
                </a:solidFill>
                <a:sym typeface="Montserrat Regular"/>
              </a:rPr>
              <a:t>Accelerating Innovators.</a:t>
            </a:r>
          </a:p>
        </p:txBody>
      </p:sp>
    </p:spTree>
    <p:extLst>
      <p:ext uri="{BB962C8B-B14F-4D97-AF65-F5344CB8AC3E}">
        <p14:creationId xmlns:p14="http://schemas.microsoft.com/office/powerpoint/2010/main" val="340137335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 Blu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EEA4B22-7DE1-F45F-76E9-C079B1CBDA2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164286" y="1617036"/>
            <a:ext cx="6118670" cy="19375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90F769-87C4-12DB-6097-73E9D6D34038}"/>
              </a:ext>
            </a:extLst>
          </p:cNvPr>
          <p:cNvSpPr txBox="1"/>
          <p:nvPr userDrawn="1"/>
        </p:nvSpPr>
        <p:spPr>
          <a:xfrm>
            <a:off x="3665881" y="3677478"/>
            <a:ext cx="4661453" cy="9144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lang="en-US" sz="3200" spc="29">
                <a:solidFill>
                  <a:schemeClr val="accent2"/>
                </a:solidFill>
                <a:sym typeface="Montserrat Regular"/>
              </a:rPr>
              <a:t>Accelerating Innovators.</a:t>
            </a:r>
          </a:p>
        </p:txBody>
      </p:sp>
    </p:spTree>
    <p:extLst>
      <p:ext uri="{BB962C8B-B14F-4D97-AF65-F5344CB8AC3E}">
        <p14:creationId xmlns:p14="http://schemas.microsoft.com/office/powerpoint/2010/main" val="396775852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 Blue 3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82628EE-5389-BF7C-3F48-995022B64A5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78034" y="2139330"/>
            <a:ext cx="2835931" cy="2181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548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0.xml"/><Relationship Id="rId13" Type="http://schemas.openxmlformats.org/officeDocument/2006/relationships/slideLayout" Target="../slideLayouts/slideLayout45.xml"/><Relationship Id="rId18" Type="http://schemas.openxmlformats.org/officeDocument/2006/relationships/slideLayout" Target="../slideLayouts/slideLayout50.xml"/><Relationship Id="rId3" Type="http://schemas.openxmlformats.org/officeDocument/2006/relationships/slideLayout" Target="../slideLayouts/slideLayout35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44.xml"/><Relationship Id="rId17" Type="http://schemas.openxmlformats.org/officeDocument/2006/relationships/slideLayout" Target="../slideLayouts/slideLayout49.xml"/><Relationship Id="rId2" Type="http://schemas.openxmlformats.org/officeDocument/2006/relationships/slideLayout" Target="../slideLayouts/slideLayout34.xml"/><Relationship Id="rId16" Type="http://schemas.openxmlformats.org/officeDocument/2006/relationships/slideLayout" Target="../slideLayouts/slideLayout48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43.xml"/><Relationship Id="rId5" Type="http://schemas.openxmlformats.org/officeDocument/2006/relationships/slideLayout" Target="../slideLayouts/slideLayout37.xml"/><Relationship Id="rId15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42.xml"/><Relationship Id="rId19" Type="http://schemas.openxmlformats.org/officeDocument/2006/relationships/slideLayout" Target="../slideLayouts/slideLayout51.xml"/><Relationship Id="rId4" Type="http://schemas.openxmlformats.org/officeDocument/2006/relationships/slideLayout" Target="../slideLayouts/slideLayout36.xml"/><Relationship Id="rId9" Type="http://schemas.openxmlformats.org/officeDocument/2006/relationships/slideLayout" Target="../slideLayouts/slideLayout41.xml"/><Relationship Id="rId14" Type="http://schemas.openxmlformats.org/officeDocument/2006/relationships/slideLayout" Target="../slideLayouts/slideLayout4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D0980DAA-E8B3-F7F7-CEED-749BA8F60D72}"/>
              </a:ext>
            </a:extLst>
          </p:cNvPr>
          <p:cNvSpPr txBox="1"/>
          <p:nvPr userDrawn="1"/>
        </p:nvSpPr>
        <p:spPr>
          <a:xfrm>
            <a:off x="11582400" y="6389682"/>
            <a:ext cx="403471" cy="3832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>
              <a:defRPr sz="1000" b="0" i="0">
                <a:solidFill>
                  <a:schemeClr val="bg1"/>
                </a:solidFill>
              </a:defRPr>
            </a:lvl1pPr>
          </a:lstStyle>
          <a:p>
            <a:pPr lvl="0"/>
            <a:fld id="{8CB6075D-8BAC-B844-A668-187D1189595D}" type="slidenum">
              <a:rPr lang="en-US" smtClean="0"/>
              <a:pPr lvl="0"/>
              <a:t>‹#›</a:t>
            </a:fld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442609-1B88-C13C-E28C-B621C720C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31546"/>
            <a:ext cx="10972800" cy="13575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22A50A-BF4B-21B7-75D1-C58EA7AE44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588796"/>
            <a:ext cx="10972800" cy="45881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E19D813-2D55-7DD7-081A-70C08856CA6F}"/>
              </a:ext>
            </a:extLst>
          </p:cNvPr>
          <p:cNvSpPr txBox="1"/>
          <p:nvPr userDrawn="1"/>
        </p:nvSpPr>
        <p:spPr>
          <a:xfrm>
            <a:off x="10231119" y="6397322"/>
            <a:ext cx="1432431" cy="376932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txBody>
          <a:bodyPr rot="0" spcFirstLastPara="1" vertOverflow="overflow" horzOverflow="overflow" vert="horz" wrap="none" lIns="91439" tIns="91439" rIns="91439" bIns="91439" numCol="1" spcCol="38100" rtlCol="0" anchor="ctr">
            <a:noAutofit/>
          </a:bodyPr>
          <a:lstStyle/>
          <a:p>
            <a:pPr marL="0" marR="0" lvl="0" indent="0" algn="r" defTabSz="18288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sym typeface="IntelOne Text"/>
              </a:rPr>
              <a:t>Altera Confidential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CE133B-A2FF-2333-DB9E-5042752FB0CA}"/>
              </a:ext>
            </a:extLst>
          </p:cNvPr>
          <p:cNvPicPr>
            <a:picLocks noChangeAspect="1"/>
          </p:cNvPicPr>
          <p:nvPr userDrawn="1"/>
        </p:nvPicPr>
        <p:blipFill>
          <a:blip r:embed="rId3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6762" y="6427026"/>
            <a:ext cx="743634" cy="2372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33492FD-E2D7-DB6B-B9FF-1448B44BED05}"/>
              </a:ext>
            </a:extLst>
          </p:cNvPr>
          <p:cNvSpPr txBox="1"/>
          <p:nvPr userDrawn="1"/>
        </p:nvSpPr>
        <p:spPr>
          <a:xfrm>
            <a:off x="7598979" y="6427026"/>
            <a:ext cx="756745" cy="38323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211379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7" r:id="rId2"/>
    <p:sldLayoutId id="2147483723" r:id="rId3"/>
    <p:sldLayoutId id="2147483658" r:id="rId4"/>
    <p:sldLayoutId id="2147483659" r:id="rId5"/>
    <p:sldLayoutId id="2147483721" r:id="rId6"/>
    <p:sldLayoutId id="2147483708" r:id="rId7"/>
    <p:sldLayoutId id="2147483661" r:id="rId8"/>
    <p:sldLayoutId id="2147483678" r:id="rId9"/>
    <p:sldLayoutId id="2147483664" r:id="rId10"/>
    <p:sldLayoutId id="2147483665" r:id="rId11"/>
    <p:sldLayoutId id="2147483662" r:id="rId12"/>
    <p:sldLayoutId id="2147483722" r:id="rId13"/>
    <p:sldLayoutId id="2147483650" r:id="rId14"/>
    <p:sldLayoutId id="2147483668" r:id="rId15"/>
    <p:sldLayoutId id="2147483672" r:id="rId16"/>
    <p:sldLayoutId id="2147483670" r:id="rId17"/>
    <p:sldLayoutId id="2147483671" r:id="rId18"/>
    <p:sldLayoutId id="2147483655" r:id="rId19"/>
    <p:sldLayoutId id="2147483677" r:id="rId20"/>
    <p:sldLayoutId id="2147483666" r:id="rId21"/>
    <p:sldLayoutId id="2147483654" r:id="rId22"/>
    <p:sldLayoutId id="2147483667" r:id="rId23"/>
    <p:sldLayoutId id="2147483673" r:id="rId24"/>
    <p:sldLayoutId id="2147483675" r:id="rId25"/>
    <p:sldLayoutId id="2147483674" r:id="rId26"/>
    <p:sldLayoutId id="2147483676" r:id="rId27"/>
    <p:sldLayoutId id="2147483679" r:id="rId28"/>
    <p:sldLayoutId id="2147483680" r:id="rId29"/>
    <p:sldLayoutId id="2147483681" r:id="rId30"/>
    <p:sldLayoutId id="2147483697" r:id="rId31"/>
    <p:sldLayoutId id="2147483656" r:id="rId3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>
          <a:solidFill>
            <a:schemeClr val="bg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Wingdings" pitchFamily="2" charset="77"/>
        <a:buChar char="§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Wingdings" pitchFamily="2" charset="77"/>
        <a:buChar char="§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Wingdings" pitchFamily="2" charset="77"/>
        <a:buChar char="§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Wingdings" pitchFamily="2" charset="77"/>
        <a:buChar char="§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Wingdings" pitchFamily="2" charset="77"/>
        <a:buChar char="§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chemeClr val="tx1"/>
            </a:gs>
            <a:gs pos="100000">
              <a:srgbClr val="006BAC"/>
            </a:gs>
            <a:gs pos="47000">
              <a:srgbClr val="00024F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D0980DAA-E8B3-F7F7-CEED-749BA8F60D72}"/>
              </a:ext>
            </a:extLst>
          </p:cNvPr>
          <p:cNvSpPr txBox="1"/>
          <p:nvPr userDrawn="1"/>
        </p:nvSpPr>
        <p:spPr>
          <a:xfrm>
            <a:off x="11582400" y="6389682"/>
            <a:ext cx="403471" cy="3832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>
              <a:defRPr sz="1000" b="0" i="0">
                <a:solidFill>
                  <a:schemeClr val="bg1"/>
                </a:solidFill>
              </a:defRPr>
            </a:lvl1pPr>
          </a:lstStyle>
          <a:p>
            <a:pPr lvl="0"/>
            <a:fld id="{8CB6075D-8BAC-B844-A668-187D1189595D}" type="slidenum">
              <a:rPr lang="en-US" smtClean="0"/>
              <a:pPr lvl="0"/>
              <a:t>‹#›</a:t>
            </a:fld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442609-1B88-C13C-E28C-B621C720C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56996"/>
            <a:ext cx="10972800" cy="13575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22A50A-BF4B-21B7-75D1-C58EA7AE44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014247"/>
            <a:ext cx="10972800" cy="42087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CE133B-A2FF-2333-DB9E-5042752FB0CA}"/>
              </a:ext>
            </a:extLst>
          </p:cNvPr>
          <p:cNvPicPr>
            <a:picLocks noChangeAspect="1"/>
          </p:cNvPicPr>
          <p:nvPr userDrawn="1"/>
        </p:nvPicPr>
        <p:blipFill>
          <a:blip r:embed="rId2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0587" y="6427026"/>
            <a:ext cx="743634" cy="237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256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5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  <p:sldLayoutId id="2147483736" r:id="rId12"/>
    <p:sldLayoutId id="2147483737" r:id="rId13"/>
    <p:sldLayoutId id="2147483738" r:id="rId14"/>
    <p:sldLayoutId id="2147483739" r:id="rId15"/>
    <p:sldLayoutId id="2147483740" r:id="rId16"/>
    <p:sldLayoutId id="2147483741" r:id="rId17"/>
    <p:sldLayoutId id="2147483742" r:id="rId18"/>
    <p:sldLayoutId id="2147483743" r:id="rId1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>
          <a:solidFill>
            <a:schemeClr val="bg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Wingdings" pitchFamily="2" charset="77"/>
        <a:buChar char="§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Wingdings" pitchFamily="2" charset="77"/>
        <a:buChar char="§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Wingdings" pitchFamily="2" charset="77"/>
        <a:buChar char="§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Wingdings" pitchFamily="2" charset="77"/>
        <a:buChar char="§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Wingdings" pitchFamily="2" charset="77"/>
        <a:buChar char="§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01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4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heavyindustries.gov.in/en/samarth-udyog-bharat-40" TargetMode="External"/><Relationship Id="rId13" Type="http://schemas.openxmlformats.org/officeDocument/2006/relationships/hyperlink" Target="https://www.amd.com/en/products/system-on-modules/kria/k26/robotics.html" TargetMode="External"/><Relationship Id="rId3" Type="http://schemas.openxmlformats.org/officeDocument/2006/relationships/hyperlink" Target="https://ifr.org/news/top-5-global-robotics-trends-2026" TargetMode="External"/><Relationship Id="rId7" Type="http://schemas.openxmlformats.org/officeDocument/2006/relationships/hyperlink" Target="https://www.rockwellautomation.com/en-in/company/news/press-releases/cisco-software.html" TargetMode="External"/><Relationship Id="rId12" Type="http://schemas.openxmlformats.org/officeDocument/2006/relationships/hyperlink" Target="https://www.altera.com/downloads/add-development-tools/fpga-ai-suite-version-2026-1-1" TargetMode="External"/><Relationship Id="rId2" Type="http://schemas.openxmlformats.org/officeDocument/2006/relationships/hyperlink" Target="https://ifr.org/downloads/press_docs/2025-09-25-IFR_press_release_India_in_English.pdf" TargetMode="External"/><Relationship Id="rId1" Type="http://schemas.openxmlformats.org/officeDocument/2006/relationships/slideLayout" Target="../slideLayouts/slideLayout43.xml"/><Relationship Id="rId6" Type="http://schemas.openxmlformats.org/officeDocument/2006/relationships/hyperlink" Target="https://www.investindia.gov.in/blogs/manufacturing-40-indias-ai-powered-industrial-revolution" TargetMode="External"/><Relationship Id="rId11" Type="http://schemas.openxmlformats.org/officeDocument/2006/relationships/hyperlink" Target="https://www.altera.com/fpga-solutions/sensory-interfaces" TargetMode="External"/><Relationship Id="rId5" Type="http://schemas.openxmlformats.org/officeDocument/2006/relationships/hyperlink" Target="https://www.rockwellautomation.com/en-in/company/news/press-releases/apac-sosm-2026.html" TargetMode="External"/><Relationship Id="rId10" Type="http://schemas.openxmlformats.org/officeDocument/2006/relationships/hyperlink" Target="https://www.altera.com/fpga-solutions/video-solutions-stack" TargetMode="External"/><Relationship Id="rId4" Type="http://schemas.openxmlformats.org/officeDocument/2006/relationships/hyperlink" Target="https://interactanalysis.com/machine-vision-industry-forecast/" TargetMode="External"/><Relationship Id="rId9" Type="http://schemas.openxmlformats.org/officeDocument/2006/relationships/hyperlink" Target="https://www.altera.com/fpga-solutions/robotics-solutions-stack" TargetMode="External"/><Relationship Id="rId14" Type="http://schemas.openxmlformats.org/officeDocument/2006/relationships/hyperlink" Target="https://www.amd.com/en/developer/resources/vitis-ai.html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6EA9F0B-7ED2-B603-F777-100194F543B9}"/>
              </a:ext>
            </a:extLst>
          </p:cNvPr>
          <p:cNvSpPr txBox="1">
            <a:spLocks/>
          </p:cNvSpPr>
          <p:nvPr/>
        </p:nvSpPr>
        <p:spPr>
          <a:xfrm>
            <a:off x="389182" y="3247970"/>
            <a:ext cx="6931879" cy="361003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0" i="0" kern="120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>
              <a:spcAft>
                <a:spcPts val="2400"/>
              </a:spcAft>
            </a:pPr>
            <a:r>
              <a:rPr lang="en-US" sz="4000" dirty="0"/>
              <a:t>FY2026 Performance Review and FY2027 Growth Plan</a:t>
            </a:r>
          </a:p>
          <a:p>
            <a:pPr>
              <a:spcAft>
                <a:spcPts val="2400"/>
              </a:spcAft>
            </a:pPr>
            <a:r>
              <a:rPr lang="en-US" sz="2000" i="1" dirty="0">
                <a:solidFill>
                  <a:schemeClr val="accent3"/>
                </a:solidFill>
              </a:rPr>
              <a:t>Sahil Patni</a:t>
            </a:r>
          </a:p>
          <a:p>
            <a:pPr>
              <a:spcAft>
                <a:spcPts val="2400"/>
              </a:spcAft>
            </a:pPr>
            <a:r>
              <a:rPr lang="en-US" sz="2000" i="1" dirty="0">
                <a:solidFill>
                  <a:schemeClr val="accent3"/>
                </a:solidFill>
              </a:rPr>
              <a:t>29</a:t>
            </a:r>
            <a:r>
              <a:rPr lang="en-US" sz="2000" i="1" baseline="30000" dirty="0">
                <a:solidFill>
                  <a:schemeClr val="accent3"/>
                </a:solidFill>
              </a:rPr>
              <a:t>th</a:t>
            </a:r>
            <a:r>
              <a:rPr lang="en-US" sz="2000" i="1" dirty="0">
                <a:solidFill>
                  <a:schemeClr val="accent3"/>
                </a:solidFill>
              </a:rPr>
              <a:t> July 2026  </a:t>
            </a:r>
            <a:r>
              <a:rPr lang="en-US" sz="1400" i="1" dirty="0">
                <a:solidFill>
                  <a:schemeClr val="accent3"/>
                </a:solidFill>
              </a:rPr>
              <a:t>[Joined FAE team: 01</a:t>
            </a:r>
            <a:r>
              <a:rPr lang="en-US" sz="1400" i="1" baseline="30000" dirty="0">
                <a:solidFill>
                  <a:schemeClr val="accent3"/>
                </a:solidFill>
              </a:rPr>
              <a:t>st</a:t>
            </a:r>
            <a:r>
              <a:rPr lang="en-US" sz="1400" i="1" dirty="0">
                <a:solidFill>
                  <a:schemeClr val="accent3"/>
                </a:solidFill>
              </a:rPr>
              <a:t> Jun 2026 (&lt;2 months)]</a:t>
            </a:r>
            <a:endParaRPr lang="en-US" sz="2000" i="1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81459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AD356-01F3-1E0A-AA26-DBA7B7359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31546"/>
            <a:ext cx="10972800" cy="1097179"/>
          </a:xfrm>
        </p:spPr>
        <p:txBody>
          <a:bodyPr anchor="ctr">
            <a:normAutofit/>
          </a:bodyPr>
          <a:lstStyle/>
          <a:p>
            <a:r>
              <a:rPr lang="en-IN" altLang="zh-TW"/>
              <a:t>Accounts Allocated</a:t>
            </a:r>
            <a:endParaRPr lang="zh-TW" alt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0CD7443-6F28-9B4A-9544-15351F73686D}"/>
              </a:ext>
            </a:extLst>
          </p:cNvPr>
          <p:cNvSpPr txBox="1"/>
          <p:nvPr/>
        </p:nvSpPr>
        <p:spPr>
          <a:xfrm>
            <a:off x="899770" y="5328512"/>
            <a:ext cx="9668491" cy="9601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indent="-228600">
              <a:spcBef>
                <a:spcPts val="1000"/>
              </a:spcBef>
              <a:buClr>
                <a:schemeClr val="accent2"/>
              </a:buClr>
              <a:buFont typeface="Wingdings" pitchFamily="2" charset="77"/>
              <a:buChar char="§"/>
            </a:pPr>
            <a:r>
              <a:rPr lang="en-US" sz="2000" dirty="0">
                <a:solidFill>
                  <a:schemeClr val="bg1"/>
                </a:solidFill>
              </a:rPr>
              <a:t>Direct - </a:t>
            </a:r>
            <a:r>
              <a:rPr lang="en-US" sz="2000" b="0" i="0" kern="1200" dirty="0">
                <a:solidFill>
                  <a:schemeClr val="bg1"/>
                </a:solidFill>
              </a:rPr>
              <a:t>Ciena, Juniper/HPE, Philips, GEHC, </a:t>
            </a:r>
            <a:r>
              <a:rPr lang="en-US" sz="2000" b="0" i="0" kern="1200" dirty="0" err="1">
                <a:solidFill>
                  <a:schemeClr val="bg1"/>
                </a:solidFill>
              </a:rPr>
              <a:t>Outdu</a:t>
            </a:r>
            <a:endParaRPr lang="en-US" sz="2000" b="0" i="0" kern="1200" dirty="0">
              <a:solidFill>
                <a:schemeClr val="bg1"/>
              </a:solidFill>
            </a:endParaRPr>
          </a:p>
          <a:p>
            <a:pPr marL="228600" indent="-228600">
              <a:spcBef>
                <a:spcPts val="1000"/>
              </a:spcBef>
              <a:buClr>
                <a:schemeClr val="accent2"/>
              </a:buClr>
              <a:buFont typeface="Wingdings" pitchFamily="2" charset="77"/>
              <a:buChar char="§"/>
            </a:pPr>
            <a:r>
              <a:rPr lang="en-US" sz="2000" b="0" i="0" kern="1200" dirty="0">
                <a:solidFill>
                  <a:schemeClr val="bg1"/>
                </a:solidFill>
              </a:rPr>
              <a:t>Others* - Siemens, Boeing Honeywell Aerospace, Philips, Schneider, Emerson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54586654-8C8A-0DCD-44F6-5BC83CD2B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1659" y="1580342"/>
            <a:ext cx="7620000" cy="3638550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003B637E-C0DC-6800-00ED-CD9EFA74FDDC}"/>
              </a:ext>
            </a:extLst>
          </p:cNvPr>
          <p:cNvSpPr txBox="1"/>
          <p:nvPr/>
        </p:nvSpPr>
        <p:spPr>
          <a:xfrm>
            <a:off x="899770" y="1070613"/>
            <a:ext cx="609721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Bef>
                <a:spcPts val="1000"/>
              </a:spcBef>
              <a:buClr>
                <a:schemeClr val="accent2"/>
              </a:buClr>
              <a:buFont typeface="Wingdings" pitchFamily="2" charset="77"/>
              <a:buChar char="§"/>
            </a:pPr>
            <a:r>
              <a:rPr lang="en-US" sz="2000" b="0" i="0" kern="1200" dirty="0">
                <a:solidFill>
                  <a:schemeClr val="bg1"/>
                </a:solidFill>
              </a:rPr>
              <a:t>Distributors Gap Accounts -</a:t>
            </a:r>
          </a:p>
        </p:txBody>
      </p:sp>
    </p:spTree>
    <p:extLst>
      <p:ext uri="{BB962C8B-B14F-4D97-AF65-F5344CB8AC3E}">
        <p14:creationId xmlns:p14="http://schemas.microsoft.com/office/powerpoint/2010/main" val="1734932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A1A61-7395-EC08-2B99-DF281DABD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1515A-EF85-D978-8B87-B7C739394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646" y="131546"/>
            <a:ext cx="10972800" cy="823885"/>
          </a:xfrm>
        </p:spPr>
        <p:txBody>
          <a:bodyPr>
            <a:normAutofit/>
          </a:bodyPr>
          <a:lstStyle/>
          <a:p>
            <a:r>
              <a:rPr lang="en-IN" altLang="zh-TW" sz="3600" dirty="0"/>
              <a:t>Pipeline Snapshot as of today</a:t>
            </a:r>
            <a:endParaRPr lang="zh-TW" altLang="en-US" sz="3600" dirty="0"/>
          </a:p>
        </p:txBody>
      </p:sp>
      <p:sp>
        <p:nvSpPr>
          <p:cNvPr id="11" name="Rounded Rectangle 7">
            <a:extLst>
              <a:ext uri="{FF2B5EF4-FFF2-40B4-BE49-F238E27FC236}">
                <a16:creationId xmlns:a16="http://schemas.microsoft.com/office/drawing/2014/main" id="{3C7140B2-CE5E-D345-093E-EB3C52028681}"/>
              </a:ext>
            </a:extLst>
          </p:cNvPr>
          <p:cNvSpPr/>
          <p:nvPr/>
        </p:nvSpPr>
        <p:spPr>
          <a:xfrm>
            <a:off x="6482862" y="1072662"/>
            <a:ext cx="3171092" cy="5074920"/>
          </a:xfrm>
          <a:prstGeom prst="roundRect">
            <a:avLst/>
          </a:prstGeom>
          <a:solidFill>
            <a:srgbClr val="111C3A"/>
          </a:solidFill>
          <a:ln w="12700">
            <a:solidFill>
              <a:srgbClr val="2A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9D85B45-18D7-E683-A201-0CA90831B1DD}"/>
              </a:ext>
            </a:extLst>
          </p:cNvPr>
          <p:cNvSpPr txBox="1"/>
          <p:nvPr/>
        </p:nvSpPr>
        <p:spPr>
          <a:xfrm>
            <a:off x="6777229" y="1722070"/>
            <a:ext cx="2889268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900" b="1">
                <a:solidFill>
                  <a:srgbClr val="A8B2C7"/>
                </a:solidFill>
                <a:latin typeface="Aptos"/>
              </a:defRPr>
            </a:pPr>
            <a:r>
              <a:rPr sz="1600" dirty="0"/>
              <a:t>PIPELINE SNAPSHOT</a:t>
            </a:r>
            <a:r>
              <a:rPr lang="en-IN" sz="1600" dirty="0"/>
              <a:t> - 2027</a:t>
            </a:r>
            <a:endParaRPr sz="1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506BB75-7CA9-2594-FCAE-BAF7B8A8C277}"/>
              </a:ext>
            </a:extLst>
          </p:cNvPr>
          <p:cNvSpPr txBox="1"/>
          <p:nvPr/>
        </p:nvSpPr>
        <p:spPr>
          <a:xfrm>
            <a:off x="7168661" y="2334337"/>
            <a:ext cx="1834661" cy="75097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3100" b="1">
                <a:solidFill>
                  <a:srgbClr val="00B8A9"/>
                </a:solidFill>
                <a:latin typeface="Aptos"/>
              </a:defRPr>
            </a:pPr>
            <a:r>
              <a:rPr lang="en-IN" sz="4400" dirty="0"/>
              <a:t>64</a:t>
            </a:r>
            <a:r>
              <a:rPr sz="4400" dirty="0"/>
              <a:t>.5M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26E5AA7-BAEC-E866-DD2F-77549BB61EF3}"/>
              </a:ext>
            </a:extLst>
          </p:cNvPr>
          <p:cNvSpPr txBox="1"/>
          <p:nvPr/>
        </p:nvSpPr>
        <p:spPr>
          <a:xfrm>
            <a:off x="6588544" y="2986930"/>
            <a:ext cx="2994894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00" b="0">
                <a:solidFill>
                  <a:srgbClr val="DDE6F3"/>
                </a:solidFill>
                <a:latin typeface="Aptos"/>
              </a:defRPr>
            </a:pPr>
            <a:r>
              <a:rPr lang="en-IN" sz="1400" dirty="0"/>
              <a:t>Total Open Opportunity (Altera + </a:t>
            </a:r>
            <a:r>
              <a:rPr lang="en-IN" sz="1400" dirty="0" err="1"/>
              <a:t>Disti</a:t>
            </a:r>
            <a:r>
              <a:rPr lang="en-IN" sz="1400" dirty="0"/>
              <a:t>)</a:t>
            </a:r>
            <a:endParaRPr sz="1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E8980CD-26EC-D6B7-4D77-210CC1281DC1}"/>
              </a:ext>
            </a:extLst>
          </p:cNvPr>
          <p:cNvSpPr txBox="1"/>
          <p:nvPr/>
        </p:nvSpPr>
        <p:spPr>
          <a:xfrm>
            <a:off x="7613318" y="3297588"/>
            <a:ext cx="710887" cy="75097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3100" b="1">
                <a:solidFill>
                  <a:srgbClr val="3A86FF"/>
                </a:solidFill>
                <a:latin typeface="Aptos"/>
              </a:defRPr>
            </a:pPr>
            <a:r>
              <a:rPr lang="en-IN" sz="4400" dirty="0"/>
              <a:t>22</a:t>
            </a:r>
            <a:endParaRPr sz="4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81B45AA-55EC-1156-86F7-5887127D22F4}"/>
              </a:ext>
            </a:extLst>
          </p:cNvPr>
          <p:cNvSpPr txBox="1"/>
          <p:nvPr/>
        </p:nvSpPr>
        <p:spPr>
          <a:xfrm>
            <a:off x="7254708" y="3968729"/>
            <a:ext cx="1662566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00" b="0">
                <a:solidFill>
                  <a:srgbClr val="DDE6F3"/>
                </a:solidFill>
                <a:latin typeface="Aptos"/>
              </a:defRPr>
            </a:pPr>
            <a:r>
              <a:rPr lang="en-IN" sz="1400" dirty="0"/>
              <a:t>Altera Opportunity</a:t>
            </a:r>
            <a:endParaRPr sz="14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226BAFE-F571-E419-3A57-7DD957D88D88}"/>
              </a:ext>
            </a:extLst>
          </p:cNvPr>
          <p:cNvSpPr txBox="1"/>
          <p:nvPr/>
        </p:nvSpPr>
        <p:spPr>
          <a:xfrm>
            <a:off x="7844849" y="4328536"/>
            <a:ext cx="447118" cy="75097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3100" b="1">
                <a:solidFill>
                  <a:srgbClr val="FF9F1C"/>
                </a:solidFill>
                <a:latin typeface="Aptos"/>
              </a:defRPr>
            </a:pPr>
            <a:r>
              <a:rPr sz="4400" dirty="0"/>
              <a:t>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830A53D-8474-1D5D-DD15-AD2A135BDB5A}"/>
              </a:ext>
            </a:extLst>
          </p:cNvPr>
          <p:cNvSpPr txBox="1"/>
          <p:nvPr/>
        </p:nvSpPr>
        <p:spPr>
          <a:xfrm>
            <a:off x="6803369" y="4999580"/>
            <a:ext cx="2565244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00" b="0">
                <a:solidFill>
                  <a:srgbClr val="DDE6F3"/>
                </a:solidFill>
                <a:latin typeface="Aptos"/>
              </a:defRPr>
            </a:pPr>
            <a:r>
              <a:rPr lang="en-IN" sz="1400" dirty="0"/>
              <a:t>Altera </a:t>
            </a:r>
            <a:r>
              <a:rPr sz="1400" dirty="0"/>
              <a:t>direct-account customers</a:t>
            </a:r>
          </a:p>
        </p:txBody>
      </p:sp>
      <p:sp>
        <p:nvSpPr>
          <p:cNvPr id="29" name="Rounded Rectangle 7">
            <a:extLst>
              <a:ext uri="{FF2B5EF4-FFF2-40B4-BE49-F238E27FC236}">
                <a16:creationId xmlns:a16="http://schemas.microsoft.com/office/drawing/2014/main" id="{9F968989-A703-3945-7C15-435712782D76}"/>
              </a:ext>
            </a:extLst>
          </p:cNvPr>
          <p:cNvSpPr/>
          <p:nvPr/>
        </p:nvSpPr>
        <p:spPr>
          <a:xfrm>
            <a:off x="1760251" y="1072662"/>
            <a:ext cx="3171092" cy="5074920"/>
          </a:xfrm>
          <a:prstGeom prst="roundRect">
            <a:avLst/>
          </a:prstGeom>
          <a:solidFill>
            <a:srgbClr val="111C3A"/>
          </a:solidFill>
          <a:ln w="12700">
            <a:solidFill>
              <a:srgbClr val="2A3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2F507E3-ABD2-02DC-A4B1-6A9127BA5DDF}"/>
              </a:ext>
            </a:extLst>
          </p:cNvPr>
          <p:cNvSpPr txBox="1"/>
          <p:nvPr/>
        </p:nvSpPr>
        <p:spPr>
          <a:xfrm>
            <a:off x="2054618" y="1722070"/>
            <a:ext cx="2889268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900" b="1">
                <a:solidFill>
                  <a:srgbClr val="A8B2C7"/>
                </a:solidFill>
                <a:latin typeface="Aptos"/>
              </a:defRPr>
            </a:pPr>
            <a:r>
              <a:rPr sz="1600" dirty="0"/>
              <a:t>PIPELINE SNAPSHOT</a:t>
            </a:r>
            <a:r>
              <a:rPr lang="en-IN" sz="1600" dirty="0"/>
              <a:t> - 2026</a:t>
            </a:r>
            <a:endParaRPr sz="16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6242A89-D21B-D101-FC3A-A2E7DB7D75C6}"/>
              </a:ext>
            </a:extLst>
          </p:cNvPr>
          <p:cNvSpPr txBox="1"/>
          <p:nvPr/>
        </p:nvSpPr>
        <p:spPr>
          <a:xfrm>
            <a:off x="2446050" y="2334337"/>
            <a:ext cx="1834661" cy="75097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3100" b="1">
                <a:solidFill>
                  <a:srgbClr val="00B8A9"/>
                </a:solidFill>
                <a:latin typeface="Aptos"/>
              </a:defRPr>
            </a:pPr>
            <a:r>
              <a:rPr lang="en-IN" sz="4400" dirty="0"/>
              <a:t>17</a:t>
            </a:r>
            <a:r>
              <a:rPr sz="4400" dirty="0"/>
              <a:t>.</a:t>
            </a:r>
            <a:r>
              <a:rPr lang="en-IN" sz="4400" dirty="0"/>
              <a:t>3</a:t>
            </a:r>
            <a:r>
              <a:rPr sz="4400" dirty="0"/>
              <a:t>M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67BC123-E5A5-CA38-8A1E-022ADB324979}"/>
              </a:ext>
            </a:extLst>
          </p:cNvPr>
          <p:cNvSpPr txBox="1"/>
          <p:nvPr/>
        </p:nvSpPr>
        <p:spPr>
          <a:xfrm>
            <a:off x="1865933" y="2986930"/>
            <a:ext cx="2994894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00" b="0">
                <a:solidFill>
                  <a:srgbClr val="DDE6F3"/>
                </a:solidFill>
                <a:latin typeface="Aptos"/>
              </a:defRPr>
            </a:pPr>
            <a:r>
              <a:rPr lang="en-IN" sz="1400" dirty="0"/>
              <a:t>Total Open Opportunity (Altera + </a:t>
            </a:r>
            <a:r>
              <a:rPr lang="en-IN" sz="1400" dirty="0" err="1"/>
              <a:t>Disti</a:t>
            </a:r>
            <a:r>
              <a:rPr lang="en-IN" sz="1400" dirty="0"/>
              <a:t>)</a:t>
            </a:r>
            <a:endParaRPr sz="14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A5577D8-D58D-7393-E1A9-6D8075BD9C08}"/>
              </a:ext>
            </a:extLst>
          </p:cNvPr>
          <p:cNvSpPr txBox="1"/>
          <p:nvPr/>
        </p:nvSpPr>
        <p:spPr>
          <a:xfrm>
            <a:off x="3078276" y="3343894"/>
            <a:ext cx="710887" cy="75097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3100" b="1">
                <a:solidFill>
                  <a:srgbClr val="3A86FF"/>
                </a:solidFill>
                <a:latin typeface="Aptos"/>
              </a:defRPr>
            </a:pPr>
            <a:r>
              <a:rPr lang="en-IN" sz="4400" dirty="0"/>
              <a:t>2</a:t>
            </a:r>
            <a:endParaRPr sz="44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155E9A9-C431-E2A5-DC1A-0EBA67A9F9D4}"/>
              </a:ext>
            </a:extLst>
          </p:cNvPr>
          <p:cNvSpPr txBox="1"/>
          <p:nvPr/>
        </p:nvSpPr>
        <p:spPr>
          <a:xfrm>
            <a:off x="2532097" y="3968729"/>
            <a:ext cx="1662566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00" b="0">
                <a:solidFill>
                  <a:srgbClr val="DDE6F3"/>
                </a:solidFill>
                <a:latin typeface="Aptos"/>
              </a:defRPr>
            </a:pPr>
            <a:r>
              <a:rPr lang="en-IN" sz="1400" dirty="0"/>
              <a:t>Altera Opportunity</a:t>
            </a:r>
            <a:endParaRPr sz="14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1665E9C-77DF-6B84-D5F2-570B471E1DB2}"/>
              </a:ext>
            </a:extLst>
          </p:cNvPr>
          <p:cNvSpPr txBox="1"/>
          <p:nvPr/>
        </p:nvSpPr>
        <p:spPr>
          <a:xfrm>
            <a:off x="3122238" y="4328536"/>
            <a:ext cx="447118" cy="75097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3100" b="1">
                <a:solidFill>
                  <a:srgbClr val="FF9F1C"/>
                </a:solidFill>
                <a:latin typeface="Aptos"/>
              </a:defRPr>
            </a:pPr>
            <a:r>
              <a:rPr lang="en-IN" sz="4400" dirty="0"/>
              <a:t>2</a:t>
            </a:r>
            <a:endParaRPr sz="44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A0CD15-C35E-79D0-6B03-831F6B49512D}"/>
              </a:ext>
            </a:extLst>
          </p:cNvPr>
          <p:cNvSpPr txBox="1"/>
          <p:nvPr/>
        </p:nvSpPr>
        <p:spPr>
          <a:xfrm>
            <a:off x="2080758" y="4999580"/>
            <a:ext cx="2565244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00" b="0">
                <a:solidFill>
                  <a:srgbClr val="DDE6F3"/>
                </a:solidFill>
                <a:latin typeface="Aptos"/>
              </a:defRPr>
            </a:pPr>
            <a:r>
              <a:rPr lang="en-IN" sz="1400" dirty="0"/>
              <a:t>Altera </a:t>
            </a:r>
            <a:r>
              <a:rPr sz="1400" dirty="0"/>
              <a:t>direct-account customers</a:t>
            </a:r>
          </a:p>
        </p:txBody>
      </p:sp>
    </p:spTree>
    <p:extLst>
      <p:ext uri="{BB962C8B-B14F-4D97-AF65-F5344CB8AC3E}">
        <p14:creationId xmlns:p14="http://schemas.microsoft.com/office/powerpoint/2010/main" val="3945227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71BDF-8E7F-0213-DD03-9CDAA442C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FC1F0-1C22-434B-9726-011323753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646" y="131546"/>
            <a:ext cx="10972800" cy="823885"/>
          </a:xfrm>
        </p:spPr>
        <p:txBody>
          <a:bodyPr>
            <a:normAutofit/>
          </a:bodyPr>
          <a:lstStyle/>
          <a:p>
            <a:r>
              <a:rPr lang="en-IN" altLang="zh-TW" sz="3600" dirty="0"/>
              <a:t>Pipeline Snapshot as of today</a:t>
            </a:r>
            <a:endParaRPr lang="zh-TW" altLang="en-US" sz="3600" dirty="0"/>
          </a:p>
        </p:txBody>
      </p:sp>
      <p:sp>
        <p:nvSpPr>
          <p:cNvPr id="4" name="Rounded Rectangle 6">
            <a:extLst>
              <a:ext uri="{FF2B5EF4-FFF2-40B4-BE49-F238E27FC236}">
                <a16:creationId xmlns:a16="http://schemas.microsoft.com/office/drawing/2014/main" id="{06F05760-5321-A722-E432-B56057B194D4}"/>
              </a:ext>
            </a:extLst>
          </p:cNvPr>
          <p:cNvSpPr/>
          <p:nvPr/>
        </p:nvSpPr>
        <p:spPr>
          <a:xfrm>
            <a:off x="502920" y="1234440"/>
            <a:ext cx="5468112" cy="4663440"/>
          </a:xfrm>
          <a:prstGeom prst="roundRect">
            <a:avLst/>
          </a:prstGeom>
          <a:solidFill>
            <a:srgbClr val="14213D"/>
          </a:solidFill>
          <a:ln w="12700">
            <a:solidFill>
              <a:srgbClr val="00B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C1B776-1599-5E1B-DB31-480F0C441679}"/>
              </a:ext>
            </a:extLst>
          </p:cNvPr>
          <p:cNvSpPr txBox="1"/>
          <p:nvPr/>
        </p:nvSpPr>
        <p:spPr>
          <a:xfrm>
            <a:off x="704088" y="1499616"/>
            <a:ext cx="192024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300" b="1">
                <a:solidFill>
                  <a:srgbClr val="00B8A9"/>
                </a:solidFill>
                <a:latin typeface="Aptos"/>
              </a:defRPr>
            </a:pPr>
            <a:r>
              <a:t>FY2026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2B347C-62AF-BA69-039A-75E42E1F3996}"/>
              </a:ext>
            </a:extLst>
          </p:cNvPr>
          <p:cNvSpPr txBox="1"/>
          <p:nvPr/>
        </p:nvSpPr>
        <p:spPr>
          <a:xfrm>
            <a:off x="2606039" y="1463040"/>
            <a:ext cx="155448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2100" b="1">
                <a:solidFill>
                  <a:srgbClr val="F7FAFC"/>
                </a:solidFill>
                <a:latin typeface="Aptos"/>
              </a:defRPr>
            </a:pPr>
            <a:r>
              <a:t>17.3M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A8AFC1-0932-9521-E65E-7919B239329F}"/>
              </a:ext>
            </a:extLst>
          </p:cNvPr>
          <p:cNvSpPr txBox="1"/>
          <p:nvPr/>
        </p:nvSpPr>
        <p:spPr>
          <a:xfrm>
            <a:off x="4251959" y="1536192"/>
            <a:ext cx="14173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819" b="0">
                <a:solidFill>
                  <a:srgbClr val="A8B2C7"/>
                </a:solidFill>
                <a:latin typeface="Aptos"/>
              </a:defRPr>
            </a:pPr>
            <a:r>
              <a:rPr dirty="0"/>
              <a:t>20 distinct </a:t>
            </a:r>
            <a:r>
              <a:rPr dirty="0" err="1"/>
              <a:t>opps</a:t>
            </a:r>
            <a:endParaRPr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7C8506-CD9E-0A81-78BC-DD6D3D4ED899}"/>
              </a:ext>
            </a:extLst>
          </p:cNvPr>
          <p:cNvSpPr txBox="1"/>
          <p:nvPr/>
        </p:nvSpPr>
        <p:spPr>
          <a:xfrm>
            <a:off x="704088" y="2130551"/>
            <a:ext cx="749808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50" b="1">
                <a:solidFill>
                  <a:srgbClr val="F7FAFC"/>
                </a:solidFill>
                <a:latin typeface="Aptos"/>
              </a:defRPr>
            </a:pPr>
            <a:r>
              <a:t>Define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346C5A3-4AAE-C1A1-6972-8F19101A68E3}"/>
              </a:ext>
            </a:extLst>
          </p:cNvPr>
          <p:cNvSpPr/>
          <p:nvPr/>
        </p:nvSpPr>
        <p:spPr>
          <a:xfrm>
            <a:off x="1490472" y="2103120"/>
            <a:ext cx="2542032" cy="310896"/>
          </a:xfrm>
          <a:prstGeom prst="rect">
            <a:avLst/>
          </a:prstGeom>
          <a:solidFill>
            <a:srgbClr val="152446"/>
          </a:solidFill>
          <a:ln w="12700">
            <a:solidFill>
              <a:srgbClr val="152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E5DC6F0-62A5-AF31-B2C9-A0AA9AAF48D5}"/>
              </a:ext>
            </a:extLst>
          </p:cNvPr>
          <p:cNvSpPr/>
          <p:nvPr/>
        </p:nvSpPr>
        <p:spPr>
          <a:xfrm>
            <a:off x="1490472" y="2103120"/>
            <a:ext cx="2542032" cy="310896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33706BF-8069-E1B2-310C-637F911089AB}"/>
              </a:ext>
            </a:extLst>
          </p:cNvPr>
          <p:cNvSpPr txBox="1"/>
          <p:nvPr/>
        </p:nvSpPr>
        <p:spPr>
          <a:xfrm>
            <a:off x="4142232" y="2093976"/>
            <a:ext cx="82296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1120" b="1">
                <a:solidFill>
                  <a:srgbClr val="F7FAFC"/>
                </a:solidFill>
                <a:latin typeface="Aptos"/>
              </a:defRPr>
            </a:pPr>
            <a:r>
              <a:t>12.66M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B3474C6-CC16-2A6B-81AD-7D1FA297C920}"/>
              </a:ext>
            </a:extLst>
          </p:cNvPr>
          <p:cNvSpPr txBox="1"/>
          <p:nvPr/>
        </p:nvSpPr>
        <p:spPr>
          <a:xfrm>
            <a:off x="5056632" y="2093976"/>
            <a:ext cx="658368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760" b="0">
                <a:solidFill>
                  <a:srgbClr val="A8B2C7"/>
                </a:solidFill>
                <a:latin typeface="Aptos"/>
              </a:defRPr>
            </a:pPr>
            <a:r>
              <a:t>14 opps</a:t>
            </a:r>
            <a:br/>
            <a:r>
              <a:t>14 rows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ED5CE58-0A07-F0D3-9978-79CD82BD2177}"/>
              </a:ext>
            </a:extLst>
          </p:cNvPr>
          <p:cNvSpPr txBox="1"/>
          <p:nvPr/>
        </p:nvSpPr>
        <p:spPr>
          <a:xfrm>
            <a:off x="704088" y="3090671"/>
            <a:ext cx="749808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50" b="1">
                <a:solidFill>
                  <a:srgbClr val="F7FAFC"/>
                </a:solidFill>
                <a:latin typeface="Aptos"/>
              </a:defRPr>
            </a:pPr>
            <a:r>
              <a:t>Develop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7D99B0E-12B8-8FD4-A8D2-964F2CF57D76}"/>
              </a:ext>
            </a:extLst>
          </p:cNvPr>
          <p:cNvSpPr/>
          <p:nvPr/>
        </p:nvSpPr>
        <p:spPr>
          <a:xfrm>
            <a:off x="1490472" y="3063239"/>
            <a:ext cx="2542032" cy="310896"/>
          </a:xfrm>
          <a:prstGeom prst="rect">
            <a:avLst/>
          </a:prstGeom>
          <a:solidFill>
            <a:srgbClr val="152446"/>
          </a:solidFill>
          <a:ln w="12700">
            <a:solidFill>
              <a:srgbClr val="152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48475D0-1E47-0108-EBEF-A0D0B0A95274}"/>
              </a:ext>
            </a:extLst>
          </p:cNvPr>
          <p:cNvSpPr/>
          <p:nvPr/>
        </p:nvSpPr>
        <p:spPr>
          <a:xfrm>
            <a:off x="1490472" y="3063239"/>
            <a:ext cx="740702" cy="310896"/>
          </a:xfrm>
          <a:prstGeom prst="rect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5FEC014-7FCB-31B6-89AB-C31F2BBCE645}"/>
              </a:ext>
            </a:extLst>
          </p:cNvPr>
          <p:cNvSpPr txBox="1"/>
          <p:nvPr/>
        </p:nvSpPr>
        <p:spPr>
          <a:xfrm>
            <a:off x="4142232" y="3054096"/>
            <a:ext cx="82296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1120" b="1">
                <a:solidFill>
                  <a:srgbClr val="F7FAFC"/>
                </a:solidFill>
                <a:latin typeface="Aptos"/>
              </a:defRPr>
            </a:pPr>
            <a:r>
              <a:t>3.69M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37313A7-3CE7-ABAC-04ED-3BAA71B13EEB}"/>
              </a:ext>
            </a:extLst>
          </p:cNvPr>
          <p:cNvSpPr txBox="1"/>
          <p:nvPr/>
        </p:nvSpPr>
        <p:spPr>
          <a:xfrm>
            <a:off x="5056632" y="3054096"/>
            <a:ext cx="658368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760" b="0">
                <a:solidFill>
                  <a:srgbClr val="A8B2C7"/>
                </a:solidFill>
                <a:latin typeface="Aptos"/>
              </a:defRPr>
            </a:pPr>
            <a:r>
              <a:t>5 opps</a:t>
            </a:r>
            <a:br/>
            <a:r>
              <a:t>8 rows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E17DFD0-D00F-1D72-C5AE-0A62AB958260}"/>
              </a:ext>
            </a:extLst>
          </p:cNvPr>
          <p:cNvSpPr txBox="1"/>
          <p:nvPr/>
        </p:nvSpPr>
        <p:spPr>
          <a:xfrm>
            <a:off x="704088" y="4050792"/>
            <a:ext cx="749808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50" b="1">
                <a:solidFill>
                  <a:srgbClr val="F7FAFC"/>
                </a:solidFill>
                <a:latin typeface="Aptos"/>
              </a:defRPr>
            </a:pPr>
            <a:r>
              <a:t>Design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3C7EBBD-313F-66FB-2566-187E32A1AF52}"/>
              </a:ext>
            </a:extLst>
          </p:cNvPr>
          <p:cNvSpPr/>
          <p:nvPr/>
        </p:nvSpPr>
        <p:spPr>
          <a:xfrm>
            <a:off x="1490472" y="4023360"/>
            <a:ext cx="2542032" cy="310896"/>
          </a:xfrm>
          <a:prstGeom prst="rect">
            <a:avLst/>
          </a:prstGeom>
          <a:solidFill>
            <a:srgbClr val="152446"/>
          </a:solidFill>
          <a:ln w="12700">
            <a:solidFill>
              <a:srgbClr val="152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AA78268-EE1D-878D-E160-15677A92356E}"/>
              </a:ext>
            </a:extLst>
          </p:cNvPr>
          <p:cNvSpPr/>
          <p:nvPr/>
        </p:nvSpPr>
        <p:spPr>
          <a:xfrm>
            <a:off x="1490472" y="4023360"/>
            <a:ext cx="200868" cy="310896"/>
          </a:xfrm>
          <a:prstGeom prst="rect">
            <a:avLst/>
          </a:prstGeom>
          <a:solidFill>
            <a:srgbClr val="3D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5C0F438-BB41-AFE4-0DDB-D78CB431285E}"/>
              </a:ext>
            </a:extLst>
          </p:cNvPr>
          <p:cNvSpPr txBox="1"/>
          <p:nvPr/>
        </p:nvSpPr>
        <p:spPr>
          <a:xfrm>
            <a:off x="4142232" y="4014216"/>
            <a:ext cx="82296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1120" b="1">
                <a:solidFill>
                  <a:srgbClr val="F7FAFC"/>
                </a:solidFill>
                <a:latin typeface="Aptos"/>
              </a:defRPr>
            </a:pPr>
            <a:r>
              <a:t>1.00M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9082F9C-CDA8-D110-031F-C66C6CB76FD1}"/>
              </a:ext>
            </a:extLst>
          </p:cNvPr>
          <p:cNvSpPr txBox="1"/>
          <p:nvPr/>
        </p:nvSpPr>
        <p:spPr>
          <a:xfrm>
            <a:off x="5056632" y="4014216"/>
            <a:ext cx="658368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760" b="0">
                <a:solidFill>
                  <a:srgbClr val="A8B2C7"/>
                </a:solidFill>
                <a:latin typeface="Aptos"/>
              </a:defRPr>
            </a:pPr>
            <a:r>
              <a:t>1 opps</a:t>
            </a:r>
            <a:br/>
            <a:r>
              <a:t>1 rows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D1211FC-DB14-A97F-E573-073748CDE88A}"/>
              </a:ext>
            </a:extLst>
          </p:cNvPr>
          <p:cNvSpPr txBox="1"/>
          <p:nvPr/>
        </p:nvSpPr>
        <p:spPr>
          <a:xfrm>
            <a:off x="704088" y="5029200"/>
            <a:ext cx="5010912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50" b="1">
                <a:solidFill>
                  <a:srgbClr val="DDE6F3"/>
                </a:solidFill>
                <a:latin typeface="Aptos"/>
              </a:defRPr>
            </a:pPr>
            <a:r>
              <a:rPr dirty="0"/>
              <a:t>Direct 4.25M  •  Channel 13.09M</a:t>
            </a:r>
          </a:p>
        </p:txBody>
      </p:sp>
      <p:sp>
        <p:nvSpPr>
          <p:cNvPr id="62" name="Rounded Rectangle 27">
            <a:extLst>
              <a:ext uri="{FF2B5EF4-FFF2-40B4-BE49-F238E27FC236}">
                <a16:creationId xmlns:a16="http://schemas.microsoft.com/office/drawing/2014/main" id="{861F9EB8-BE7B-34B2-1C80-25108DA16A4B}"/>
              </a:ext>
            </a:extLst>
          </p:cNvPr>
          <p:cNvSpPr/>
          <p:nvPr/>
        </p:nvSpPr>
        <p:spPr>
          <a:xfrm>
            <a:off x="6126480" y="1234440"/>
            <a:ext cx="5468112" cy="4663440"/>
          </a:xfrm>
          <a:prstGeom prst="roundRect">
            <a:avLst/>
          </a:prstGeom>
          <a:solidFill>
            <a:srgbClr val="14213D"/>
          </a:solidFill>
          <a:ln w="12700">
            <a:solidFill>
              <a:srgbClr val="3A8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1615296-D661-64DD-73A0-2760440B776B}"/>
              </a:ext>
            </a:extLst>
          </p:cNvPr>
          <p:cNvSpPr txBox="1"/>
          <p:nvPr/>
        </p:nvSpPr>
        <p:spPr>
          <a:xfrm>
            <a:off x="6327648" y="1499616"/>
            <a:ext cx="192024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300" b="1">
                <a:solidFill>
                  <a:srgbClr val="3A86FF"/>
                </a:solidFill>
                <a:latin typeface="Aptos"/>
              </a:defRPr>
            </a:pPr>
            <a:r>
              <a:t>FY2027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B212976-A4AC-3D4B-1AE5-8360765B2932}"/>
              </a:ext>
            </a:extLst>
          </p:cNvPr>
          <p:cNvSpPr txBox="1"/>
          <p:nvPr/>
        </p:nvSpPr>
        <p:spPr>
          <a:xfrm>
            <a:off x="8229600" y="1463040"/>
            <a:ext cx="155448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2100" b="1">
                <a:solidFill>
                  <a:srgbClr val="F7FAFC"/>
                </a:solidFill>
                <a:latin typeface="Aptos"/>
              </a:defRPr>
            </a:pPr>
            <a:r>
              <a:t>64.5M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9E51837-E775-6429-DCFE-3591579353A8}"/>
              </a:ext>
            </a:extLst>
          </p:cNvPr>
          <p:cNvSpPr txBox="1"/>
          <p:nvPr/>
        </p:nvSpPr>
        <p:spPr>
          <a:xfrm>
            <a:off x="9875520" y="1536192"/>
            <a:ext cx="14173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819" b="0">
                <a:solidFill>
                  <a:srgbClr val="A8B2C7"/>
                </a:solidFill>
                <a:latin typeface="Aptos"/>
              </a:defRPr>
            </a:pPr>
            <a:r>
              <a:t>82 distinct opps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D27887E-0112-DD21-98B1-2EC450E72C53}"/>
              </a:ext>
            </a:extLst>
          </p:cNvPr>
          <p:cNvSpPr txBox="1"/>
          <p:nvPr/>
        </p:nvSpPr>
        <p:spPr>
          <a:xfrm>
            <a:off x="6327648" y="2130551"/>
            <a:ext cx="749808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50" b="1">
                <a:solidFill>
                  <a:srgbClr val="F7FAFC"/>
                </a:solidFill>
                <a:latin typeface="Aptos"/>
              </a:defRPr>
            </a:pPr>
            <a:r>
              <a:t>Define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4D83F815-84CB-8D68-6037-60C8EA881F6C}"/>
              </a:ext>
            </a:extLst>
          </p:cNvPr>
          <p:cNvSpPr/>
          <p:nvPr/>
        </p:nvSpPr>
        <p:spPr>
          <a:xfrm>
            <a:off x="7114032" y="2103120"/>
            <a:ext cx="2542032" cy="310896"/>
          </a:xfrm>
          <a:prstGeom prst="rect">
            <a:avLst/>
          </a:prstGeom>
          <a:solidFill>
            <a:srgbClr val="152446"/>
          </a:solidFill>
          <a:ln w="12700">
            <a:solidFill>
              <a:srgbClr val="152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AA5B2752-A02B-81C2-6B25-4E4417E0A73A}"/>
              </a:ext>
            </a:extLst>
          </p:cNvPr>
          <p:cNvSpPr/>
          <p:nvPr/>
        </p:nvSpPr>
        <p:spPr>
          <a:xfrm>
            <a:off x="7114032" y="2103120"/>
            <a:ext cx="2542032" cy="310896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8883766-3081-BB67-B57A-97C63B795037}"/>
              </a:ext>
            </a:extLst>
          </p:cNvPr>
          <p:cNvSpPr txBox="1"/>
          <p:nvPr/>
        </p:nvSpPr>
        <p:spPr>
          <a:xfrm>
            <a:off x="9765792" y="2093976"/>
            <a:ext cx="82296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1120" b="1">
                <a:solidFill>
                  <a:srgbClr val="F7FAFC"/>
                </a:solidFill>
                <a:latin typeface="Aptos"/>
              </a:defRPr>
            </a:pPr>
            <a:r>
              <a:t>55.93M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EE813B0-322C-FAF2-CD4F-DDC615E9CAA7}"/>
              </a:ext>
            </a:extLst>
          </p:cNvPr>
          <p:cNvSpPr txBox="1"/>
          <p:nvPr/>
        </p:nvSpPr>
        <p:spPr>
          <a:xfrm>
            <a:off x="10680192" y="2093976"/>
            <a:ext cx="658368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760" b="0">
                <a:solidFill>
                  <a:srgbClr val="A8B2C7"/>
                </a:solidFill>
                <a:latin typeface="Aptos"/>
              </a:defRPr>
            </a:pPr>
            <a:r>
              <a:t>77 opps</a:t>
            </a:r>
            <a:br/>
            <a:r>
              <a:t>96 rows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65A2B8E-63F5-3977-3651-7CE0A4F45347}"/>
              </a:ext>
            </a:extLst>
          </p:cNvPr>
          <p:cNvSpPr txBox="1"/>
          <p:nvPr/>
        </p:nvSpPr>
        <p:spPr>
          <a:xfrm>
            <a:off x="6327648" y="3090671"/>
            <a:ext cx="749808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50" b="1">
                <a:solidFill>
                  <a:srgbClr val="F7FAFC"/>
                </a:solidFill>
                <a:latin typeface="Aptos"/>
              </a:defRPr>
            </a:pPr>
            <a:r>
              <a:t>Develop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68B0C9B8-AEF8-0FC9-5A39-4E8FB8D19BBB}"/>
              </a:ext>
            </a:extLst>
          </p:cNvPr>
          <p:cNvSpPr/>
          <p:nvPr/>
        </p:nvSpPr>
        <p:spPr>
          <a:xfrm>
            <a:off x="7114032" y="3063239"/>
            <a:ext cx="2542032" cy="310896"/>
          </a:xfrm>
          <a:prstGeom prst="rect">
            <a:avLst/>
          </a:prstGeom>
          <a:solidFill>
            <a:srgbClr val="152446"/>
          </a:solidFill>
          <a:ln w="12700">
            <a:solidFill>
              <a:srgbClr val="152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B31BB9AC-C020-0318-80E9-68F323CC4964}"/>
              </a:ext>
            </a:extLst>
          </p:cNvPr>
          <p:cNvSpPr/>
          <p:nvPr/>
        </p:nvSpPr>
        <p:spPr>
          <a:xfrm>
            <a:off x="7114032" y="3063239"/>
            <a:ext cx="368148" cy="310896"/>
          </a:xfrm>
          <a:prstGeom prst="rect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32F016B-061B-1D65-6F4D-07B30A76BE92}"/>
              </a:ext>
            </a:extLst>
          </p:cNvPr>
          <p:cNvSpPr txBox="1"/>
          <p:nvPr/>
        </p:nvSpPr>
        <p:spPr>
          <a:xfrm>
            <a:off x="9765792" y="3054096"/>
            <a:ext cx="82296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1120" b="1">
                <a:solidFill>
                  <a:srgbClr val="F7FAFC"/>
                </a:solidFill>
                <a:latin typeface="Aptos"/>
              </a:defRPr>
            </a:pPr>
            <a:r>
              <a:t>8.10M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F7999CA0-A2E3-E02B-2B70-6C6CCD949D86}"/>
              </a:ext>
            </a:extLst>
          </p:cNvPr>
          <p:cNvSpPr txBox="1"/>
          <p:nvPr/>
        </p:nvSpPr>
        <p:spPr>
          <a:xfrm>
            <a:off x="10680192" y="3054096"/>
            <a:ext cx="658368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760" b="0">
                <a:solidFill>
                  <a:srgbClr val="A8B2C7"/>
                </a:solidFill>
                <a:latin typeface="Aptos"/>
              </a:defRPr>
            </a:pPr>
            <a:r>
              <a:t>2 opps</a:t>
            </a:r>
            <a:br/>
            <a:r>
              <a:t>2 rows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583E18B6-A247-2F84-D1B8-B13F3D19E9C9}"/>
              </a:ext>
            </a:extLst>
          </p:cNvPr>
          <p:cNvSpPr txBox="1"/>
          <p:nvPr/>
        </p:nvSpPr>
        <p:spPr>
          <a:xfrm>
            <a:off x="6327648" y="4050792"/>
            <a:ext cx="749808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50" b="1">
                <a:solidFill>
                  <a:srgbClr val="F7FAFC"/>
                </a:solidFill>
                <a:latin typeface="Aptos"/>
              </a:defRPr>
            </a:pPr>
            <a:r>
              <a:t>Design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87BD98D9-0CE3-BDD6-D0CA-FA28A309C42C}"/>
              </a:ext>
            </a:extLst>
          </p:cNvPr>
          <p:cNvSpPr/>
          <p:nvPr/>
        </p:nvSpPr>
        <p:spPr>
          <a:xfrm>
            <a:off x="7114032" y="4023360"/>
            <a:ext cx="2542032" cy="310896"/>
          </a:xfrm>
          <a:prstGeom prst="rect">
            <a:avLst/>
          </a:prstGeom>
          <a:solidFill>
            <a:srgbClr val="152446"/>
          </a:solidFill>
          <a:ln w="12700">
            <a:solidFill>
              <a:srgbClr val="152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6DE88D07-2955-0F73-83E9-3031F644E3DE}"/>
              </a:ext>
            </a:extLst>
          </p:cNvPr>
          <p:cNvSpPr/>
          <p:nvPr/>
        </p:nvSpPr>
        <p:spPr>
          <a:xfrm>
            <a:off x="7114032" y="4023360"/>
            <a:ext cx="21816" cy="310896"/>
          </a:xfrm>
          <a:prstGeom prst="rect">
            <a:avLst/>
          </a:prstGeom>
          <a:solidFill>
            <a:srgbClr val="3D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FBA37BE2-BFFA-FFAB-A6D5-26D80AA6299D}"/>
              </a:ext>
            </a:extLst>
          </p:cNvPr>
          <p:cNvSpPr txBox="1"/>
          <p:nvPr/>
        </p:nvSpPr>
        <p:spPr>
          <a:xfrm>
            <a:off x="9765792" y="4014216"/>
            <a:ext cx="82296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1120" b="1">
                <a:solidFill>
                  <a:srgbClr val="F7FAFC"/>
                </a:solidFill>
                <a:latin typeface="Aptos"/>
              </a:defRPr>
            </a:pPr>
            <a:r>
              <a:t>480K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8CF6EC81-D0B7-CEB2-9745-2FC479BDEBC8}"/>
              </a:ext>
            </a:extLst>
          </p:cNvPr>
          <p:cNvSpPr txBox="1"/>
          <p:nvPr/>
        </p:nvSpPr>
        <p:spPr>
          <a:xfrm>
            <a:off x="10680192" y="4014216"/>
            <a:ext cx="658368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defRPr sz="760" b="0">
                <a:solidFill>
                  <a:srgbClr val="A8B2C7"/>
                </a:solidFill>
                <a:latin typeface="Aptos"/>
              </a:defRPr>
            </a:pPr>
            <a:r>
              <a:t>3 opps</a:t>
            </a:r>
            <a:br/>
            <a:r>
              <a:t>4 rows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5780B235-7147-A3FF-EEAE-302B7FEA0A1F}"/>
              </a:ext>
            </a:extLst>
          </p:cNvPr>
          <p:cNvSpPr txBox="1"/>
          <p:nvPr/>
        </p:nvSpPr>
        <p:spPr>
          <a:xfrm>
            <a:off x="6327648" y="5029200"/>
            <a:ext cx="5010912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defRPr sz="1050" b="1">
                <a:solidFill>
                  <a:srgbClr val="DDE6F3"/>
                </a:solidFill>
                <a:latin typeface="Aptos"/>
              </a:defRPr>
            </a:pPr>
            <a:r>
              <a:t>Direct 6.19M  •  Channel 58.32M</a:t>
            </a:r>
          </a:p>
        </p:txBody>
      </p:sp>
    </p:spTree>
    <p:extLst>
      <p:ext uri="{BB962C8B-B14F-4D97-AF65-F5344CB8AC3E}">
        <p14:creationId xmlns:p14="http://schemas.microsoft.com/office/powerpoint/2010/main" val="4135655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A1A40-81D3-750B-A122-D86C2ADD2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4C901-C005-CD1A-51AE-0E271C919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646" y="131546"/>
            <a:ext cx="10972800" cy="823885"/>
          </a:xfrm>
        </p:spPr>
        <p:txBody>
          <a:bodyPr>
            <a:normAutofit/>
          </a:bodyPr>
          <a:lstStyle/>
          <a:p>
            <a:r>
              <a:rPr lang="en-IN" altLang="zh-TW" sz="3600" dirty="0"/>
              <a:t>Customer Engagement</a:t>
            </a:r>
            <a:endParaRPr lang="zh-TW" altLang="en-US" sz="3600" dirty="0"/>
          </a:p>
        </p:txBody>
      </p:sp>
      <p:sp>
        <p:nvSpPr>
          <p:cNvPr id="12" name="Rounded Rectangle 18">
            <a:extLst>
              <a:ext uri="{FF2B5EF4-FFF2-40B4-BE49-F238E27FC236}">
                <a16:creationId xmlns:a16="http://schemas.microsoft.com/office/drawing/2014/main" id="{52D0632A-EC00-43FE-D22B-95376F115A2E}"/>
              </a:ext>
            </a:extLst>
          </p:cNvPr>
          <p:cNvSpPr/>
          <p:nvPr/>
        </p:nvSpPr>
        <p:spPr>
          <a:xfrm>
            <a:off x="480646" y="1015436"/>
            <a:ext cx="11605846" cy="5391225"/>
          </a:xfrm>
          <a:prstGeom prst="roundRect">
            <a:avLst/>
          </a:prstGeom>
          <a:solidFill>
            <a:srgbClr val="14213D"/>
          </a:solidFill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500" b="1" dirty="0">
                <a:solidFill>
                  <a:schemeClr val="bg1"/>
                </a:solidFill>
              </a:rPr>
              <a:t>C-DOT: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500" dirty="0">
                <a:solidFill>
                  <a:schemeClr val="bg1"/>
                </a:solidFill>
              </a:rPr>
              <a:t>Provided Agilex tool-flow clarification and design-debug support across two issues: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500" dirty="0">
                <a:solidFill>
                  <a:schemeClr val="bg1"/>
                </a:solidFill>
              </a:rPr>
              <a:t>Investigated Quartus Pro 24.1 compilation slowdown involving </a:t>
            </a:r>
            <a:r>
              <a:rPr lang="en-IN" sz="1500" dirty="0" err="1">
                <a:solidFill>
                  <a:schemeClr val="bg1"/>
                </a:solidFill>
              </a:rPr>
              <a:t>SignalTap</a:t>
            </a:r>
            <a:r>
              <a:rPr lang="en-IN" sz="1500" dirty="0">
                <a:solidFill>
                  <a:schemeClr val="bg1"/>
                </a:solidFill>
              </a:rPr>
              <a:t>; reproduction with a reference design was proposed for isolation.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500" dirty="0">
                <a:solidFill>
                  <a:schemeClr val="bg1"/>
                </a:solidFill>
              </a:rPr>
              <a:t>Clarified Agilex 7 F-Tile TX MAC latency, idle-state and invalid mid-frame </a:t>
            </a:r>
            <a:r>
              <a:rPr lang="en-IN" sz="1500" dirty="0" err="1">
                <a:solidFill>
                  <a:schemeClr val="bg1"/>
                </a:solidFill>
              </a:rPr>
              <a:t>behavior</a:t>
            </a:r>
            <a:r>
              <a:rPr lang="en-IN" sz="1500" dirty="0">
                <a:solidFill>
                  <a:schemeClr val="bg1"/>
                </a:solidFill>
              </a:rPr>
              <a:t>. The customer confirmed resolution.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sz="1500" dirty="0">
              <a:solidFill>
                <a:schemeClr val="bg1"/>
              </a:solidFill>
            </a:endParaRPr>
          </a:p>
          <a:p>
            <a:r>
              <a:rPr lang="en-IN" sz="1500" b="1" dirty="0">
                <a:solidFill>
                  <a:schemeClr val="bg1"/>
                </a:solidFill>
              </a:rPr>
              <a:t>HPE / Juniper: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500" dirty="0">
                <a:solidFill>
                  <a:schemeClr val="bg1"/>
                </a:solidFill>
              </a:rPr>
              <a:t>Supported three Cyclone V threads covering PCIe interrupts and secure remote updates: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500" dirty="0">
                <a:solidFill>
                  <a:schemeClr val="bg1"/>
                </a:solidFill>
              </a:rPr>
              <a:t>Clarified that MSI must use PCIe memory-write transactions rather than </a:t>
            </a:r>
            <a:r>
              <a:rPr lang="en-IN" sz="1500" dirty="0" err="1">
                <a:solidFill>
                  <a:schemeClr val="bg1"/>
                </a:solidFill>
              </a:rPr>
              <a:t>MsiReq_o</a:t>
            </a:r>
            <a:r>
              <a:rPr lang="en-IN" sz="1500" dirty="0">
                <a:solidFill>
                  <a:schemeClr val="bg1"/>
                </a:solidFill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500" dirty="0">
                <a:solidFill>
                  <a:schemeClr val="bg1"/>
                </a:solidFill>
              </a:rPr>
              <a:t>Investigated partition-safe updates for golden and primary images sharing EPCQ128 flash.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500" dirty="0">
                <a:solidFill>
                  <a:schemeClr val="bg1"/>
                </a:solidFill>
              </a:rPr>
              <a:t>Overall: MSI </a:t>
            </a:r>
            <a:r>
              <a:rPr lang="en-IN" sz="1500" dirty="0" err="1">
                <a:solidFill>
                  <a:schemeClr val="bg1"/>
                </a:solidFill>
              </a:rPr>
              <a:t>behavior</a:t>
            </a:r>
            <a:r>
              <a:rPr lang="en-IN" sz="1500" dirty="0">
                <a:solidFill>
                  <a:schemeClr val="bg1"/>
                </a:solidFill>
              </a:rPr>
              <a:t> clarified; flash-update partitioning remains the key open item</a:t>
            </a:r>
          </a:p>
          <a:p>
            <a:endParaRPr lang="en-IN" sz="1500" dirty="0">
              <a:solidFill>
                <a:schemeClr val="bg1"/>
              </a:solidFill>
            </a:endParaRPr>
          </a:p>
          <a:p>
            <a:r>
              <a:rPr lang="en-IN" sz="1500" b="1" dirty="0" err="1">
                <a:solidFill>
                  <a:schemeClr val="bg1"/>
                </a:solidFill>
              </a:rPr>
              <a:t>Vicharak</a:t>
            </a:r>
            <a:r>
              <a:rPr lang="en-IN" sz="1500" b="1" dirty="0">
                <a:solidFill>
                  <a:schemeClr val="bg1"/>
                </a:solidFill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500" dirty="0">
                <a:solidFill>
                  <a:schemeClr val="bg1"/>
                </a:solidFill>
              </a:rPr>
              <a:t>Supported an Agilex 5E LPDDR5 power-estimation limitation in PTA 26.1. Escalated the 1200 MHz tool cap and provided a workaround using 1866 MHz in Platform Designer with full Quartus power analysis until a tool fix is available.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sz="1500" dirty="0">
              <a:solidFill>
                <a:schemeClr val="bg1"/>
              </a:solidFill>
            </a:endParaRPr>
          </a:p>
          <a:p>
            <a:r>
              <a:rPr lang="en-IN" sz="1500" dirty="0" err="1">
                <a:solidFill>
                  <a:schemeClr val="bg1"/>
                </a:solidFill>
              </a:rPr>
              <a:t>Outdu</a:t>
            </a:r>
            <a:r>
              <a:rPr lang="en-IN" sz="1500" dirty="0">
                <a:solidFill>
                  <a:schemeClr val="bg1"/>
                </a:solidFill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500" dirty="0">
                <a:solidFill>
                  <a:schemeClr val="bg1"/>
                </a:solidFill>
              </a:rPr>
              <a:t>Supported opportunity and architecture development for a long-range tracking system using 20/50/100 MP Sony sensors and </a:t>
            </a:r>
            <a:r>
              <a:rPr lang="en-IN" sz="1500" dirty="0" err="1">
                <a:solidFill>
                  <a:schemeClr val="bg1"/>
                </a:solidFill>
              </a:rPr>
              <a:t>Macnica</a:t>
            </a:r>
            <a:r>
              <a:rPr lang="en-IN" sz="1500" dirty="0">
                <a:solidFill>
                  <a:schemeClr val="bg1"/>
                </a:solidFill>
              </a:rPr>
              <a:t> SLVS-EC IP. Shared </a:t>
            </a:r>
            <a:r>
              <a:rPr lang="en-IN" sz="1500" dirty="0" err="1">
                <a:solidFill>
                  <a:schemeClr val="bg1"/>
                </a:solidFill>
              </a:rPr>
              <a:t>Holoscan</a:t>
            </a:r>
            <a:r>
              <a:rPr lang="en-IN" sz="1500" dirty="0">
                <a:solidFill>
                  <a:schemeClr val="bg1"/>
                </a:solidFill>
              </a:rPr>
              <a:t> MIPI-to-10GbE designs and demo materials, clarified specifications, and finalized A5DD064AB32B; pricing remains in progress.</a:t>
            </a:r>
          </a:p>
          <a:p>
            <a:pPr algn="ctr"/>
            <a:endParaRPr sz="1500" dirty="0"/>
          </a:p>
        </p:txBody>
      </p:sp>
    </p:spTree>
    <p:extLst>
      <p:ext uri="{BB962C8B-B14F-4D97-AF65-F5344CB8AC3E}">
        <p14:creationId xmlns:p14="http://schemas.microsoft.com/office/powerpoint/2010/main" val="15747853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6A8CF-390F-0B40-8364-BF0460CBD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B5FF5-44A9-6CD9-63D0-885B20868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646" y="-3272"/>
            <a:ext cx="10972800" cy="823885"/>
          </a:xfrm>
        </p:spPr>
        <p:txBody>
          <a:bodyPr>
            <a:normAutofit/>
          </a:bodyPr>
          <a:lstStyle/>
          <a:p>
            <a:r>
              <a:rPr lang="en-IN" altLang="zh-TW" sz="3600" dirty="0"/>
              <a:t>Customer Engagement</a:t>
            </a:r>
            <a:endParaRPr lang="zh-TW" altLang="en-US" sz="3600" dirty="0"/>
          </a:p>
        </p:txBody>
      </p:sp>
      <p:sp>
        <p:nvSpPr>
          <p:cNvPr id="4" name="Rounded Rectangle 18">
            <a:extLst>
              <a:ext uri="{FF2B5EF4-FFF2-40B4-BE49-F238E27FC236}">
                <a16:creationId xmlns:a16="http://schemas.microsoft.com/office/drawing/2014/main" id="{4B843A73-3699-6B03-FDF5-4B6C629E98C7}"/>
              </a:ext>
            </a:extLst>
          </p:cNvPr>
          <p:cNvSpPr/>
          <p:nvPr/>
        </p:nvSpPr>
        <p:spPr>
          <a:xfrm>
            <a:off x="480646" y="962682"/>
            <a:ext cx="11605846" cy="5391225"/>
          </a:xfrm>
          <a:prstGeom prst="roundRect">
            <a:avLst/>
          </a:prstGeom>
          <a:solidFill>
            <a:srgbClr val="14213D"/>
          </a:solidFill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400" b="1" dirty="0">
                <a:solidFill>
                  <a:schemeClr val="bg1"/>
                </a:solidFill>
              </a:rPr>
              <a:t>Siemens: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</a:rPr>
              <a:t>Assessed MAX 10 evaluation-kit feasibility for a 44-signal design. Confirmed it was potentially viable, subject to validation of pin assignments, bank voltages, shared board circuitry and level-shifting requirements.</a:t>
            </a:r>
          </a:p>
          <a:p>
            <a:endParaRPr lang="en-IN" sz="1400" dirty="0">
              <a:solidFill>
                <a:schemeClr val="bg1"/>
              </a:solidFill>
            </a:endParaRPr>
          </a:p>
          <a:p>
            <a:r>
              <a:rPr lang="en-IN" sz="1400" b="1" dirty="0">
                <a:solidFill>
                  <a:schemeClr val="bg1"/>
                </a:solidFill>
              </a:rPr>
              <a:t>Honeywell Aerospace: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</a:rPr>
              <a:t>Provided MAX 10 I/O-utilization guidance, clarifying that no fixed derating percentage applies. Practical usage must be validated through Quartus against package, bank and electrical constraints.</a:t>
            </a:r>
          </a:p>
          <a:p>
            <a:br>
              <a:rPr lang="en-IN" sz="1400" dirty="0">
                <a:solidFill>
                  <a:schemeClr val="bg1"/>
                </a:solidFill>
              </a:rPr>
            </a:br>
            <a:r>
              <a:rPr lang="en-IN" sz="1400" b="1" dirty="0">
                <a:solidFill>
                  <a:schemeClr val="bg1"/>
                </a:solidFill>
              </a:rPr>
              <a:t>Qbit Labs / Arrow: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</a:rPr>
              <a:t>Reviewed Agilex 3/5 schematics for AI-Modem and TSN cards. Identified a GTS bank power-grouping correction that had to be resolved before design release.</a:t>
            </a:r>
          </a:p>
          <a:p>
            <a:endParaRPr lang="en-IN" sz="1400" dirty="0">
              <a:solidFill>
                <a:schemeClr val="bg1"/>
              </a:solidFill>
            </a:endParaRPr>
          </a:p>
          <a:p>
            <a:r>
              <a:rPr lang="en-IN" sz="1400" b="1" dirty="0" err="1">
                <a:solidFill>
                  <a:schemeClr val="bg1"/>
                </a:solidFill>
              </a:rPr>
              <a:t>Macnica</a:t>
            </a:r>
            <a:r>
              <a:rPr lang="en-IN" sz="1400" b="1" dirty="0">
                <a:solidFill>
                  <a:schemeClr val="bg1"/>
                </a:solidFill>
              </a:rPr>
              <a:t> SDR: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</a:rPr>
              <a:t>Conducted an urgent pre-freeze schematic review and identified key blockers: OPN mismatch, missing HPS UART, incomplete electrical constraints and unresolved pin-handling checks. These require closure before design finalization.</a:t>
            </a:r>
          </a:p>
          <a:p>
            <a:endParaRPr lang="en-IN" sz="1400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bg1"/>
                </a:solidFill>
              </a:rPr>
              <a:t>GE HealthCare: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</a:rPr>
              <a:t>Conducted on 10</a:t>
            </a:r>
            <a:r>
              <a:rPr lang="en-IN" sz="1400" baseline="30000" dirty="0">
                <a:solidFill>
                  <a:schemeClr val="bg1"/>
                </a:solidFill>
              </a:rPr>
              <a:t>th</a:t>
            </a:r>
            <a:r>
              <a:rPr lang="en-IN" sz="1400" dirty="0">
                <a:solidFill>
                  <a:schemeClr val="bg1"/>
                </a:solidFill>
              </a:rPr>
              <a:t> June Altera tech session covering the product roadmap, Quartus and FPGA AI Suite. The session uncovered the </a:t>
            </a:r>
            <a:r>
              <a:rPr lang="en-IN" sz="1400" dirty="0" err="1">
                <a:solidFill>
                  <a:schemeClr val="bg1"/>
                </a:solidFill>
              </a:rPr>
              <a:t>Anesthesia</a:t>
            </a:r>
            <a:r>
              <a:rPr lang="en-IN" sz="1400" dirty="0">
                <a:solidFill>
                  <a:schemeClr val="bg1"/>
                </a:solidFill>
              </a:rPr>
              <a:t> Controller opportunity and evaluation against the existing Zynq </a:t>
            </a:r>
            <a:r>
              <a:rPr lang="en-IN" sz="1400" dirty="0" err="1">
                <a:solidFill>
                  <a:schemeClr val="bg1"/>
                </a:solidFill>
              </a:rPr>
              <a:t>UltraScale</a:t>
            </a:r>
            <a:r>
              <a:rPr lang="en-IN" sz="1400" dirty="0">
                <a:solidFill>
                  <a:schemeClr val="bg1"/>
                </a:solidFill>
              </a:rPr>
              <a:t>+ architecture.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sz="1400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bg1"/>
                </a:solidFill>
              </a:rPr>
              <a:t>DEAL / IRDE: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 err="1">
                <a:solidFill>
                  <a:schemeClr val="bg1"/>
                </a:solidFill>
              </a:rPr>
              <a:t>Nios</a:t>
            </a:r>
            <a:r>
              <a:rPr lang="en-IN" sz="1400" dirty="0">
                <a:solidFill>
                  <a:schemeClr val="bg1"/>
                </a:solidFill>
              </a:rPr>
              <a:t> V SSS demonstration on Agilex 7, including demo and datasheet follow-up linked to IRDE.</a:t>
            </a:r>
          </a:p>
        </p:txBody>
      </p:sp>
    </p:spTree>
    <p:extLst>
      <p:ext uri="{BB962C8B-B14F-4D97-AF65-F5344CB8AC3E}">
        <p14:creationId xmlns:p14="http://schemas.microsoft.com/office/powerpoint/2010/main" val="21598034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85939-6992-7E39-2A3C-261DA2D25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65F0F-CDFE-2F66-E3B5-389765BCC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646" y="131546"/>
            <a:ext cx="10972800" cy="823885"/>
          </a:xfrm>
        </p:spPr>
        <p:txBody>
          <a:bodyPr>
            <a:normAutofit/>
          </a:bodyPr>
          <a:lstStyle/>
          <a:p>
            <a:r>
              <a:rPr lang="en-IN" sz="3600" dirty="0"/>
              <a:t>Demo Readiness</a:t>
            </a:r>
            <a:endParaRPr lang="zh-TW" altLang="en-US" sz="3600" dirty="0"/>
          </a:p>
        </p:txBody>
      </p:sp>
      <p:sp>
        <p:nvSpPr>
          <p:cNvPr id="4" name="Rounded Rectangle 10">
            <a:extLst>
              <a:ext uri="{FF2B5EF4-FFF2-40B4-BE49-F238E27FC236}">
                <a16:creationId xmlns:a16="http://schemas.microsoft.com/office/drawing/2014/main" id="{6274EA7E-83B5-58DF-8E0D-524D214B3755}"/>
              </a:ext>
            </a:extLst>
          </p:cNvPr>
          <p:cNvSpPr/>
          <p:nvPr/>
        </p:nvSpPr>
        <p:spPr>
          <a:xfrm>
            <a:off x="480644" y="5267742"/>
            <a:ext cx="11522965" cy="1083563"/>
          </a:xfrm>
          <a:prstGeom prst="roundRect">
            <a:avLst/>
          </a:prstGeom>
          <a:solidFill>
            <a:srgbClr val="14213D"/>
          </a:solidFill>
          <a:ln w="1270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chemeClr val="bg1"/>
                </a:solidFill>
              </a:rPr>
              <a:t>ROS 2 Robotics Demo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The Agilex 5 ROS 2 robotics environment and IDE are operational. Core demo integration is working, while GUI development and final user-flow validation remain in progress.</a:t>
            </a:r>
          </a:p>
        </p:txBody>
      </p:sp>
      <p:sp>
        <p:nvSpPr>
          <p:cNvPr id="6" name="Rounded Rectangle 18">
            <a:extLst>
              <a:ext uri="{FF2B5EF4-FFF2-40B4-BE49-F238E27FC236}">
                <a16:creationId xmlns:a16="http://schemas.microsoft.com/office/drawing/2014/main" id="{42FEF818-969E-0035-7368-FF932506225F}"/>
              </a:ext>
            </a:extLst>
          </p:cNvPr>
          <p:cNvSpPr/>
          <p:nvPr/>
        </p:nvSpPr>
        <p:spPr>
          <a:xfrm>
            <a:off x="480645" y="944527"/>
            <a:ext cx="11522965" cy="2395728"/>
          </a:xfrm>
          <a:prstGeom prst="roundRect">
            <a:avLst/>
          </a:prstGeom>
          <a:solidFill>
            <a:srgbClr val="14213D"/>
          </a:solidFill>
          <a:ln w="12700">
            <a:solidFill>
              <a:srgbClr val="3D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 err="1">
                <a:solidFill>
                  <a:schemeClr val="bg1"/>
                </a:solidFill>
              </a:rPr>
              <a:t>Holoscan</a:t>
            </a:r>
            <a:r>
              <a:rPr lang="en-IN" b="1" dirty="0">
                <a:solidFill>
                  <a:schemeClr val="bg1"/>
                </a:solidFill>
              </a:rPr>
              <a:t> Camera Demo on NVIDIA Thor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Both 10GbE and 25GbE </a:t>
            </a:r>
            <a:r>
              <a:rPr lang="en-IN" dirty="0" err="1">
                <a:solidFill>
                  <a:schemeClr val="bg1"/>
                </a:solidFill>
              </a:rPr>
              <a:t>Holoscan</a:t>
            </a:r>
            <a:r>
              <a:rPr lang="en-IN" dirty="0">
                <a:solidFill>
                  <a:schemeClr val="bg1"/>
                </a:solidFill>
              </a:rPr>
              <a:t> demo paths are operational.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10GbE / Agilex 5 065B: Updating the MAX 10 image resolved the MIPI camera power and I²C transaction issues. The IMX678 cameras now configure successfully and the camera demos are running.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25GbE / Agilex 5 065A: NVIDIA Thor successfully boots in 25G mode, detects the FPGA link and runs the </a:t>
            </a:r>
            <a:r>
              <a:rPr lang="en-IN" dirty="0" err="1">
                <a:solidFill>
                  <a:schemeClr val="bg1"/>
                </a:solidFill>
              </a:rPr>
              <a:t>Holoscan</a:t>
            </a:r>
            <a:r>
              <a:rPr lang="en-IN" dirty="0">
                <a:solidFill>
                  <a:schemeClr val="bg1"/>
                </a:solidFill>
              </a:rPr>
              <a:t> 25G demo path.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Current mapping: Slot 0 for 25G and Slot 1 for 10G.</a:t>
            </a:r>
          </a:p>
        </p:txBody>
      </p:sp>
      <p:sp>
        <p:nvSpPr>
          <p:cNvPr id="8" name="Rounded Rectangle 18">
            <a:extLst>
              <a:ext uri="{FF2B5EF4-FFF2-40B4-BE49-F238E27FC236}">
                <a16:creationId xmlns:a16="http://schemas.microsoft.com/office/drawing/2014/main" id="{4208385E-25CD-DB20-3DE9-878B6D115D5D}"/>
              </a:ext>
            </a:extLst>
          </p:cNvPr>
          <p:cNvSpPr/>
          <p:nvPr/>
        </p:nvSpPr>
        <p:spPr>
          <a:xfrm>
            <a:off x="480645" y="3410854"/>
            <a:ext cx="11522965" cy="1778981"/>
          </a:xfrm>
          <a:prstGeom prst="roundRect">
            <a:avLst/>
          </a:prstGeom>
          <a:solidFill>
            <a:srgbClr val="14213D"/>
          </a:solidFill>
          <a:ln w="12700">
            <a:solidFill>
              <a:srgbClr val="3D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chemeClr val="bg1"/>
                </a:solidFill>
              </a:rPr>
              <a:t>FPGA AI Suite Demo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FPGA AI Suite 2026.1.1 was successfully validated on Linux with the Agilex 5 hardware flow.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Generated .</a:t>
            </a:r>
            <a:r>
              <a:rPr lang="en-IN" dirty="0" err="1">
                <a:solidFill>
                  <a:schemeClr val="bg1"/>
                </a:solidFill>
              </a:rPr>
              <a:t>sof</a:t>
            </a:r>
            <a:r>
              <a:rPr lang="en-IN" dirty="0">
                <a:solidFill>
                  <a:schemeClr val="bg1"/>
                </a:solidFill>
              </a:rPr>
              <a:t> programmed successfully.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ResNet-50 inference executed successfully on FPGA hardware.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A detailed Windows and Linux installation guide was prepared and shared with the </a:t>
            </a:r>
            <a:r>
              <a:rPr lang="en-IN" dirty="0" err="1">
                <a:solidFill>
                  <a:schemeClr val="bg1"/>
                </a:solidFill>
              </a:rPr>
              <a:t>Macnica</a:t>
            </a:r>
            <a:r>
              <a:rPr lang="en-IN" dirty="0">
                <a:solidFill>
                  <a:schemeClr val="bg1"/>
                </a:solidFill>
              </a:rPr>
              <a:t> team to support repeatable setup and enablement.</a:t>
            </a:r>
          </a:p>
        </p:txBody>
      </p:sp>
    </p:spTree>
    <p:extLst>
      <p:ext uri="{BB962C8B-B14F-4D97-AF65-F5344CB8AC3E}">
        <p14:creationId xmlns:p14="http://schemas.microsoft.com/office/powerpoint/2010/main" val="13196593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2FE2A-F6F5-CE1F-2C9D-41C357B20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B8E38-E8DB-7A86-7C22-FA15D1800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646" y="131546"/>
            <a:ext cx="10972800" cy="823885"/>
          </a:xfrm>
        </p:spPr>
        <p:txBody>
          <a:bodyPr>
            <a:noAutofit/>
          </a:bodyPr>
          <a:lstStyle/>
          <a:p>
            <a:r>
              <a:rPr lang="en-IN" dirty="0"/>
              <a:t>FY2027 India Market Review &amp; Growth Opportunities</a:t>
            </a:r>
            <a:br>
              <a:rPr lang="en-IN" dirty="0"/>
            </a:br>
            <a:r>
              <a:rPr lang="en-IN" sz="1600" dirty="0"/>
              <a:t>Where to Play and How to Win</a:t>
            </a:r>
            <a:endParaRPr lang="zh-TW" altLang="en-US" dirty="0"/>
          </a:p>
        </p:txBody>
      </p:sp>
      <p:sp>
        <p:nvSpPr>
          <p:cNvPr id="4" name="Rounded Rectangle 6">
            <a:extLst>
              <a:ext uri="{FF2B5EF4-FFF2-40B4-BE49-F238E27FC236}">
                <a16:creationId xmlns:a16="http://schemas.microsoft.com/office/drawing/2014/main" id="{56C6039B-06F6-6DC6-3B73-20660FBF4E91}"/>
              </a:ext>
            </a:extLst>
          </p:cNvPr>
          <p:cNvSpPr/>
          <p:nvPr/>
        </p:nvSpPr>
        <p:spPr>
          <a:xfrm>
            <a:off x="502920" y="1261872"/>
            <a:ext cx="3585333" cy="4885256"/>
          </a:xfrm>
          <a:prstGeom prst="roundRect">
            <a:avLst/>
          </a:prstGeom>
          <a:solidFill>
            <a:srgbClr val="14213D"/>
          </a:solidFill>
          <a:ln w="12700">
            <a:solidFill>
              <a:srgbClr val="3A8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500" b="1" dirty="0">
                <a:solidFill>
                  <a:schemeClr val="accent6"/>
                </a:solidFill>
              </a:rPr>
              <a:t>Robotics and Real-Time Control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500" b="1" dirty="0">
                <a:solidFill>
                  <a:schemeClr val="bg1"/>
                </a:solidFill>
              </a:rPr>
              <a:t>Market: </a:t>
            </a:r>
            <a:r>
              <a:rPr lang="en-IN" sz="1500" dirty="0">
                <a:solidFill>
                  <a:schemeClr val="bg1"/>
                </a:solidFill>
              </a:rPr>
              <a:t>India installed 9,120 robots in 2024, up 7%; automotive represented 45%.[1]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500" b="1" dirty="0">
                <a:solidFill>
                  <a:schemeClr val="bg1"/>
                </a:solidFill>
              </a:rPr>
              <a:t>2026 trends: </a:t>
            </a:r>
            <a:r>
              <a:rPr lang="en-IN" sz="1500" dirty="0">
                <a:solidFill>
                  <a:schemeClr val="bg1"/>
                </a:solidFill>
              </a:rPr>
              <a:t>AI robotics, IT/OT convergence, safety, cybersecurity and AMR adoption.[2]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500" b="1" dirty="0">
                <a:solidFill>
                  <a:schemeClr val="bg1"/>
                </a:solidFill>
              </a:rPr>
              <a:t>Competition: </a:t>
            </a:r>
            <a:r>
              <a:rPr lang="en-IN" sz="1500" dirty="0">
                <a:solidFill>
                  <a:schemeClr val="bg1"/>
                </a:solidFill>
              </a:rPr>
              <a:t>AMD KR260, native ROS 2 and Kria Robotics Stack.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500" b="1" dirty="0">
                <a:solidFill>
                  <a:schemeClr val="bg1"/>
                </a:solidFill>
              </a:rPr>
              <a:t>Altera play: </a:t>
            </a:r>
            <a:r>
              <a:rPr lang="en-IN" sz="1500" dirty="0">
                <a:solidFill>
                  <a:schemeClr val="bg1"/>
                </a:solidFill>
              </a:rPr>
              <a:t>ROS 2, Drive-on-Chip, TSN, sensor fusion and functional safety.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500" b="1" dirty="0">
                <a:solidFill>
                  <a:schemeClr val="bg1"/>
                </a:solidFill>
              </a:rPr>
              <a:t>Action: </a:t>
            </a:r>
            <a:r>
              <a:rPr lang="en-IN" sz="1500" dirty="0">
                <a:solidFill>
                  <a:schemeClr val="bg1"/>
                </a:solidFill>
              </a:rPr>
              <a:t>Target robot OEMs and machine builders with deterministic control benchmarks.</a:t>
            </a:r>
            <a:endParaRPr sz="1400" dirty="0"/>
          </a:p>
        </p:txBody>
      </p:sp>
      <p:sp>
        <p:nvSpPr>
          <p:cNvPr id="6" name="Rounded Rectangle 6">
            <a:extLst>
              <a:ext uri="{FF2B5EF4-FFF2-40B4-BE49-F238E27FC236}">
                <a16:creationId xmlns:a16="http://schemas.microsoft.com/office/drawing/2014/main" id="{DEB226D7-629D-418B-0AF5-28103FC6048E}"/>
              </a:ext>
            </a:extLst>
          </p:cNvPr>
          <p:cNvSpPr/>
          <p:nvPr/>
        </p:nvSpPr>
        <p:spPr>
          <a:xfrm>
            <a:off x="4374863" y="1325782"/>
            <a:ext cx="3585333" cy="4885256"/>
          </a:xfrm>
          <a:prstGeom prst="roundRect">
            <a:avLst/>
          </a:prstGeom>
          <a:solidFill>
            <a:srgbClr val="14213D"/>
          </a:solidFill>
          <a:ln w="12700">
            <a:solidFill>
              <a:srgbClr val="3A8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b="1" dirty="0">
                <a:solidFill>
                  <a:schemeClr val="accent6"/>
                </a:solidFill>
              </a:rPr>
              <a:t>Video, Vision and Edge AI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500" dirty="0">
                <a:solidFill>
                  <a:schemeClr val="bg1"/>
                </a:solidFill>
              </a:rPr>
              <a:t>Market: Global machine vision grew 5.2% to $5.9B in 2025; forecast to reach $8.3B by 2030.[3]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500" dirty="0">
                <a:solidFill>
                  <a:schemeClr val="bg1"/>
                </a:solidFill>
              </a:rPr>
              <a:t>2026 trends: 3D vision, AI inspection, smart cameras and high-resolution sensor integration.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500" dirty="0">
                <a:solidFill>
                  <a:schemeClr val="bg1"/>
                </a:solidFill>
              </a:rPr>
              <a:t>Competition: AMD Vitis AI/VVAS, Kria and Versal AI Edge Gen 2.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500" dirty="0">
                <a:solidFill>
                  <a:schemeClr val="bg1"/>
                </a:solidFill>
              </a:rPr>
              <a:t>Altera play: </a:t>
            </a:r>
            <a:r>
              <a:rPr lang="en-IN" sz="1500" dirty="0" err="1">
                <a:solidFill>
                  <a:schemeClr val="bg1"/>
                </a:solidFill>
              </a:rPr>
              <a:t>Holoscan</a:t>
            </a:r>
            <a:r>
              <a:rPr lang="en-IN" sz="1500" dirty="0">
                <a:solidFill>
                  <a:schemeClr val="bg1"/>
                </a:solidFill>
              </a:rPr>
              <a:t> 10/25GbE, 4K pipelines, VVP Suite and FPGA AI Suite.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500" dirty="0">
                <a:solidFill>
                  <a:schemeClr val="bg1"/>
                </a:solidFill>
              </a:rPr>
              <a:t>Action: Target </a:t>
            </a:r>
            <a:r>
              <a:rPr lang="en-IN" sz="1500" dirty="0" err="1">
                <a:solidFill>
                  <a:schemeClr val="bg1"/>
                </a:solidFill>
              </a:rPr>
              <a:t>Outdu</a:t>
            </a:r>
            <a:r>
              <a:rPr lang="en-IN" sz="1500" dirty="0">
                <a:solidFill>
                  <a:schemeClr val="bg1"/>
                </a:solidFill>
              </a:rPr>
              <a:t>, GEHC and Philips with customer-model vision benchmarks.</a:t>
            </a:r>
          </a:p>
        </p:txBody>
      </p:sp>
      <p:sp>
        <p:nvSpPr>
          <p:cNvPr id="8" name="Rounded Rectangle 6">
            <a:extLst>
              <a:ext uri="{FF2B5EF4-FFF2-40B4-BE49-F238E27FC236}">
                <a16:creationId xmlns:a16="http://schemas.microsoft.com/office/drawing/2014/main" id="{0E6CDA76-CAA8-C528-04ED-DA3C193565A1}"/>
              </a:ext>
            </a:extLst>
          </p:cNvPr>
          <p:cNvSpPr/>
          <p:nvPr/>
        </p:nvSpPr>
        <p:spPr>
          <a:xfrm>
            <a:off x="8246807" y="1325782"/>
            <a:ext cx="3585333" cy="4885256"/>
          </a:xfrm>
          <a:prstGeom prst="roundRect">
            <a:avLst/>
          </a:prstGeom>
          <a:solidFill>
            <a:srgbClr val="14213D"/>
          </a:solidFill>
          <a:ln w="12700">
            <a:solidFill>
              <a:srgbClr val="3A8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b="1" dirty="0">
                <a:solidFill>
                  <a:schemeClr val="accent6"/>
                </a:solidFill>
              </a:rPr>
              <a:t>Industrial Platforms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500" dirty="0">
                <a:solidFill>
                  <a:schemeClr val="bg1"/>
                </a:solidFill>
              </a:rPr>
              <a:t>Market: 95% of APAC manufacturers consider digital transformation essential; 71% plan increased AI/ML usage.[4]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500" dirty="0">
                <a:solidFill>
                  <a:schemeClr val="bg1"/>
                </a:solidFill>
              </a:rPr>
              <a:t>2026 trends: Software-defined automation, predictive operations, TSN, security and scalable industrial AI.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500" dirty="0">
                <a:solidFill>
                  <a:schemeClr val="bg1"/>
                </a:solidFill>
              </a:rPr>
              <a:t>Competition: AMD industrial networking, adaptive SoCs and functional-safety ecosystem.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500" dirty="0">
                <a:solidFill>
                  <a:schemeClr val="bg1"/>
                </a:solidFill>
              </a:rPr>
              <a:t>Altera play: Hardened TSN, deterministic control, PLC integration, security and safety.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500" dirty="0">
                <a:solidFill>
                  <a:schemeClr val="bg1"/>
                </a:solidFill>
              </a:rPr>
              <a:t>Action: Target Emerson, Siemens, Honeywell and Schneider through modernization workshops.</a:t>
            </a:r>
          </a:p>
        </p:txBody>
      </p:sp>
    </p:spTree>
    <p:extLst>
      <p:ext uri="{BB962C8B-B14F-4D97-AF65-F5344CB8AC3E}">
        <p14:creationId xmlns:p14="http://schemas.microsoft.com/office/powerpoint/2010/main" val="17595379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5C81A-CD2E-2F16-06E7-98E655564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0D721-DE32-1067-DAC4-8F2951D5C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646" y="131546"/>
            <a:ext cx="10972800" cy="823885"/>
          </a:xfrm>
        </p:spPr>
        <p:txBody>
          <a:bodyPr>
            <a:normAutofit/>
          </a:bodyPr>
          <a:lstStyle/>
          <a:p>
            <a:r>
              <a:rPr lang="en-IN" sz="3600" dirty="0"/>
              <a:t>FY2027 Demand Creation — Solution-Led Motions</a:t>
            </a:r>
            <a:endParaRPr lang="zh-TW" altLang="en-US" sz="3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AC0286-A642-9D4B-0F81-93604F0C33FF}"/>
              </a:ext>
            </a:extLst>
          </p:cNvPr>
          <p:cNvSpPr txBox="1"/>
          <p:nvPr/>
        </p:nvSpPr>
        <p:spPr>
          <a:xfrm>
            <a:off x="427892" y="926117"/>
            <a:ext cx="11564815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Objective: Convert working Altera solutions into repeatable customer engagements and qualified pipeline.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b="1" dirty="0">
                <a:solidFill>
                  <a:schemeClr val="bg1"/>
                </a:solidFill>
              </a:rPr>
              <a:t>Robotics &amp; Control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Targets: Robot/AMR OEMs and machine builders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Solutions: ROS 2, Drive-on-Chip, PLC, TSN, sensor fusion and safety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Action: Sense–process–act architecture workshops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Goal: 8 accounts • 3 POC • 2 opportunities • 1 DWIN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dirty="0">
                <a:solidFill>
                  <a:schemeClr val="bg1"/>
                </a:solidFill>
              </a:rPr>
              <a:t>Video, Vision &amp; Edge AI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Targets: </a:t>
            </a:r>
            <a:r>
              <a:rPr lang="en-IN" dirty="0" err="1">
                <a:solidFill>
                  <a:schemeClr val="bg1"/>
                </a:solidFill>
              </a:rPr>
              <a:t>Outdu</a:t>
            </a:r>
            <a:r>
              <a:rPr lang="en-IN" dirty="0">
                <a:solidFill>
                  <a:schemeClr val="bg1"/>
                </a:solidFill>
              </a:rPr>
              <a:t>, GEHC, Philips and camera OEMs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Solutions: </a:t>
            </a:r>
            <a:r>
              <a:rPr lang="en-IN" dirty="0" err="1">
                <a:solidFill>
                  <a:schemeClr val="bg1"/>
                </a:solidFill>
              </a:rPr>
              <a:t>Holoscan</a:t>
            </a:r>
            <a:r>
              <a:rPr lang="en-IN" dirty="0">
                <a:solidFill>
                  <a:schemeClr val="bg1"/>
                </a:solidFill>
              </a:rPr>
              <a:t> 10/25GbE, 4K camera pipelines, VVP and FPGA AI Suite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Action: Customer-model vision benchmarks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Goal: 8 accounts • 3 POC • 2 opportunities • 1 DWIN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dirty="0">
                <a:solidFill>
                  <a:schemeClr val="bg1"/>
                </a:solidFill>
              </a:rPr>
              <a:t>Industrial Platforms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Targets: Emerson, Siemens, Honeywell and automation OEMs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FF0000"/>
                </a:solidFill>
              </a:rPr>
              <a:t>Solutions: TSN, PLC connectivity, safety, security and FPGA migration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FF0000"/>
                </a:solidFill>
              </a:rPr>
              <a:t>Action: Platform-modernization clinics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Goal: 8 accounts • 3 POC • 2 opportunities • 1 DWIN</a:t>
            </a:r>
          </a:p>
        </p:txBody>
      </p:sp>
      <p:sp>
        <p:nvSpPr>
          <p:cNvPr id="4" name="Rounded Rectangle 18">
            <a:extLst>
              <a:ext uri="{FF2B5EF4-FFF2-40B4-BE49-F238E27FC236}">
                <a16:creationId xmlns:a16="http://schemas.microsoft.com/office/drawing/2014/main" id="{438A50EE-F3BA-0C5A-BB13-F68D1208CD34}"/>
              </a:ext>
            </a:extLst>
          </p:cNvPr>
          <p:cNvSpPr/>
          <p:nvPr/>
        </p:nvSpPr>
        <p:spPr>
          <a:xfrm>
            <a:off x="1337835" y="5727431"/>
            <a:ext cx="9025363" cy="794571"/>
          </a:xfrm>
          <a:prstGeom prst="roundRect">
            <a:avLst/>
          </a:prstGeom>
          <a:solidFill>
            <a:srgbClr val="14213D"/>
          </a:solidFill>
          <a:ln w="12700">
            <a:solidFill>
              <a:srgbClr val="3DD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solidFill>
                  <a:schemeClr val="bg1"/>
                </a:solidFill>
              </a:rPr>
              <a:t>Joint enablement: Altera + Arrow + </a:t>
            </a:r>
            <a:r>
              <a:rPr lang="en-IN" dirty="0" err="1">
                <a:solidFill>
                  <a:schemeClr val="bg1"/>
                </a:solidFill>
              </a:rPr>
              <a:t>Macnica</a:t>
            </a:r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FY2027 ambition: 10 qualified opportunities • 3 DWINs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930092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B9DE3-4422-C4AD-01E6-94DB842F8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EF8ED-C38F-D0DA-0535-E689F25C7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646" y="131546"/>
            <a:ext cx="10972800" cy="823885"/>
          </a:xfrm>
        </p:spPr>
        <p:txBody>
          <a:bodyPr>
            <a:normAutofit/>
          </a:bodyPr>
          <a:lstStyle/>
          <a:p>
            <a:r>
              <a:rPr lang="en-IN" sz="3600" dirty="0"/>
              <a:t>One Joint Market-Penetration Team – Call to Action</a:t>
            </a:r>
            <a:endParaRPr lang="zh-TW" altLang="en-US" sz="3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E4A5C6-3B6B-35D8-6E09-E4B33E810596}"/>
              </a:ext>
            </a:extLst>
          </p:cNvPr>
          <p:cNvSpPr txBox="1"/>
          <p:nvPr/>
        </p:nvSpPr>
        <p:spPr>
          <a:xfrm>
            <a:off x="439615" y="896817"/>
            <a:ext cx="11564815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chemeClr val="bg1"/>
                </a:solidFill>
              </a:rPr>
              <a:t>Objective: Build one accountable Altera–Arrow–</a:t>
            </a:r>
            <a:r>
              <a:rPr lang="en-IN" sz="1600" dirty="0" err="1">
                <a:solidFill>
                  <a:schemeClr val="bg1"/>
                </a:solidFill>
              </a:rPr>
              <a:t>Macnica</a:t>
            </a:r>
            <a:r>
              <a:rPr lang="en-IN" sz="1600" dirty="0">
                <a:solidFill>
                  <a:schemeClr val="bg1"/>
                </a:solidFill>
              </a:rPr>
              <a:t> team to convert working solutions into qualified opportunities.</a:t>
            </a:r>
          </a:p>
          <a:p>
            <a:endParaRPr lang="en-IN" sz="1600" b="1" dirty="0">
              <a:solidFill>
                <a:schemeClr val="bg1"/>
              </a:solidFill>
            </a:endParaRPr>
          </a:p>
          <a:p>
            <a:r>
              <a:rPr lang="en-IN" sz="1600" b="1" dirty="0">
                <a:solidFill>
                  <a:schemeClr val="bg1"/>
                </a:solidFill>
              </a:rPr>
              <a:t>Team Roles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</a:rPr>
              <a:t>Altera — Sahil: Segment strategy, solution architecture, benchmarks and specialist-DFAE coordination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</a:rPr>
              <a:t>Arrow specialist?: Target accounts, kits, workshops, follow-up and opportunity conversion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 err="1">
                <a:solidFill>
                  <a:schemeClr val="bg1"/>
                </a:solidFill>
              </a:rPr>
              <a:t>Macnica</a:t>
            </a:r>
            <a:r>
              <a:rPr lang="en-IN" sz="1600" dirty="0">
                <a:solidFill>
                  <a:schemeClr val="bg1"/>
                </a:solidFill>
              </a:rPr>
              <a:t> specialist?:  Target accounts, kits, workshops, follow-up and opportunity conversion</a:t>
            </a:r>
          </a:p>
          <a:p>
            <a:pPr lvl="1"/>
            <a:endParaRPr lang="en-IN" sz="1600" b="1" dirty="0">
              <a:solidFill>
                <a:schemeClr val="bg1"/>
              </a:solidFill>
            </a:endParaRPr>
          </a:p>
          <a:p>
            <a:r>
              <a:rPr lang="en-IN" sz="1600" b="1" dirty="0">
                <a:solidFill>
                  <a:schemeClr val="bg1"/>
                </a:solidFill>
              </a:rPr>
              <a:t>Execution Plan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</a:rPr>
              <a:t>Form : Name specialists, approve roles and weekly cadence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</a:rPr>
              <a:t>Ready : Complete training and establish repeatable robotics and camera/AI demos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</a:rPr>
              <a:t>Target : Build 20-account map—10 Arrow and 10 </a:t>
            </a:r>
            <a:r>
              <a:rPr lang="en-IN" sz="1600" dirty="0" err="1">
                <a:solidFill>
                  <a:schemeClr val="bg1"/>
                </a:solidFill>
              </a:rPr>
              <a:t>Macnica</a:t>
            </a:r>
            <a:endParaRPr lang="en-IN" sz="1600" dirty="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</a:rPr>
              <a:t>Prove : 12 workshops, 8 POC and follow-up within 48 hours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</a:rPr>
              <a:t>Convert : 6 qualified opportunities, 3 Develop/Design-stage plays and 2 DWINs</a:t>
            </a:r>
          </a:p>
          <a:p>
            <a:endParaRPr lang="en-IN" sz="1600" dirty="0">
              <a:solidFill>
                <a:schemeClr val="bg1"/>
              </a:solidFill>
            </a:endParaRPr>
          </a:p>
          <a:p>
            <a:r>
              <a:rPr lang="en-IN" sz="1600" dirty="0">
                <a:solidFill>
                  <a:schemeClr val="bg1"/>
                </a:solidFill>
              </a:rPr>
              <a:t>Operating rule: One account map, one scorecard and named owners for every evaluation.</a:t>
            </a:r>
          </a:p>
          <a:p>
            <a:endParaRPr lang="en-IN" sz="1600" dirty="0">
              <a:solidFill>
                <a:schemeClr val="bg1"/>
              </a:solidFill>
            </a:endParaRPr>
          </a:p>
          <a:p>
            <a:r>
              <a:rPr lang="en-IN" sz="1600" b="1" i="1" dirty="0">
                <a:solidFill>
                  <a:schemeClr val="bg1"/>
                </a:solidFill>
              </a:rPr>
              <a:t>India Go-to-Market Priority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</a:rPr>
              <a:t>Lead with working robotics, camera/AI and industrial demos—not product presentations.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</a:rPr>
              <a:t>Prioritize named OEMs, machine builders and system integrators across India.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</a:rPr>
              <a:t>Use customer-specific benchmarks to prove latency, power, integration effort, BOM and safety benefits.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</a:rPr>
              <a:t>Build one Altera–Arrow–</a:t>
            </a:r>
            <a:r>
              <a:rPr lang="en-IN" sz="1600" dirty="0" err="1">
                <a:solidFill>
                  <a:schemeClr val="bg1"/>
                </a:solidFill>
              </a:rPr>
              <a:t>Macnica</a:t>
            </a:r>
            <a:r>
              <a:rPr lang="en-IN" sz="1600" dirty="0">
                <a:solidFill>
                  <a:schemeClr val="bg1"/>
                </a:solidFill>
              </a:rPr>
              <a:t> account map with named technical and commercial owners.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</a:rPr>
              <a:t>Convert every workshop into an evaluation, qualified opportunity and evidence-backed DWIN.</a:t>
            </a:r>
          </a:p>
        </p:txBody>
      </p:sp>
    </p:spTree>
    <p:extLst>
      <p:ext uri="{BB962C8B-B14F-4D97-AF65-F5344CB8AC3E}">
        <p14:creationId xmlns:p14="http://schemas.microsoft.com/office/powerpoint/2010/main" val="17725728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98ED0-5CF4-4B00-7245-711114B66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48109-84EA-4C3A-0B90-48547D4E4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646" y="131546"/>
            <a:ext cx="10972800" cy="823885"/>
          </a:xfrm>
        </p:spPr>
        <p:txBody>
          <a:bodyPr>
            <a:normAutofit/>
          </a:bodyPr>
          <a:lstStyle/>
          <a:p>
            <a:r>
              <a:rPr lang="en-IN" sz="3600" dirty="0"/>
              <a:t>References</a:t>
            </a:r>
            <a:endParaRPr lang="zh-TW" altLang="en-US" sz="3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79E24B-0BB8-8892-FA44-6981AE6E8EEA}"/>
              </a:ext>
            </a:extLst>
          </p:cNvPr>
          <p:cNvSpPr txBox="1"/>
          <p:nvPr/>
        </p:nvSpPr>
        <p:spPr>
          <a:xfrm>
            <a:off x="480646" y="955431"/>
            <a:ext cx="11564815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IFR — India Rises to Sixth in Global Robot Installations</a:t>
            </a:r>
            <a:endParaRPr lang="en-IN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IFR — Top 5 Global Robotics Trends 2026</a:t>
            </a:r>
            <a:endParaRPr lang="en-IN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Interact Analysis — Machine Vision Forecast, May 2026</a:t>
            </a:r>
            <a:endParaRPr lang="en-IN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Rockwell — APAC Smart Manufacturing 2026</a:t>
            </a:r>
            <a:endParaRPr lang="en-IN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Invest India — Manufacturing 4.0</a:t>
            </a:r>
            <a:endParaRPr lang="en-IN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Rockwell/Cisco — Software-Defined Manufacturing in India</a:t>
            </a:r>
            <a:endParaRPr lang="en-IN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Ministry of Heavy Industries — SAMARTH Udyog Bharat 4.0</a:t>
            </a:r>
            <a:endParaRPr lang="en-IN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Altera Robotics Solutions Stack</a:t>
            </a:r>
            <a:endParaRPr lang="en-IN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Altera Video Solutions Stack</a:t>
            </a:r>
            <a:endParaRPr lang="en-IN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Altera Sensor Interfaces and </a:t>
            </a:r>
            <a:r>
              <a:rPr lang="en-IN" dirty="0" err="1">
                <a:solidFill>
                  <a:schemeClr val="bg1"/>
                </a:solidFill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Holoscan</a:t>
            </a:r>
            <a:endParaRPr lang="en-IN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Altera FPGA AI Suite 2026.1.1</a:t>
            </a:r>
            <a:endParaRPr lang="en-IN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AMD KR260 Robotics</a:t>
            </a:r>
            <a:endParaRPr lang="en-IN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AMD Vitis AI Developer Hub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80754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2582397"/>
      </p:ext>
    </p:extLst>
  </p:cSld>
  <p:clrMapOvr>
    <a:masterClrMapping/>
  </p:clrMapOvr>
</p:sld>
</file>

<file path=ppt/theme/theme1.xml><?xml version="1.0" encoding="utf-8"?>
<a:theme xmlns:a="http://schemas.openxmlformats.org/drawingml/2006/main" name="Altera Light">
  <a:themeElements>
    <a:clrScheme name="Altera">
      <a:dk1>
        <a:srgbClr val="000000"/>
      </a:dk1>
      <a:lt1>
        <a:srgbClr val="FFFFFF"/>
      </a:lt1>
      <a:dk2>
        <a:srgbClr val="001D50"/>
      </a:dk2>
      <a:lt2>
        <a:srgbClr val="AEAEAE"/>
      </a:lt2>
      <a:accent1>
        <a:srgbClr val="0053AE"/>
      </a:accent1>
      <a:accent2>
        <a:srgbClr val="00C7FD"/>
      </a:accent2>
      <a:accent3>
        <a:srgbClr val="ECB200"/>
      </a:accent3>
      <a:accent4>
        <a:srgbClr val="FC6366"/>
      </a:accent4>
      <a:accent5>
        <a:srgbClr val="8F5DA2"/>
      </a:accent5>
      <a:accent6>
        <a:srgbClr val="8BAE46"/>
      </a:accent6>
      <a:hlink>
        <a:srgbClr val="00367B"/>
      </a:hlink>
      <a:folHlink>
        <a:srgbClr val="FF00FF"/>
      </a:folHlink>
    </a:clrScheme>
    <a:fontScheme name="Custom 9">
      <a:majorFont>
        <a:latin typeface="GT Walsheim Regular"/>
        <a:ea typeface="GT Walsheim Medium"/>
        <a:cs typeface="IntelOne Display Light"/>
      </a:majorFont>
      <a:minorFont>
        <a:latin typeface="GT Walsheim Regular"/>
        <a:ea typeface="Arial"/>
        <a:cs typeface="IntelOne Text Light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noAutofit/>
      </a:bodyPr>
      <a:lstStyle>
        <a:defPPr algn="l">
          <a:lnSpc>
            <a:spcPct val="110000"/>
          </a:lnSpc>
          <a:spcAft>
            <a:spcPts val="600"/>
          </a:spcAft>
          <a:defRPr sz="1500" dirty="0" err="1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2" id="{BB1FE953-5445-4701-AEFB-C445024BD2B3}" vid="{BF96995A-EED3-446B-9919-FD2620E1D811}"/>
    </a:ext>
  </a:extLst>
</a:theme>
</file>

<file path=ppt/theme/theme2.xml><?xml version="1.0" encoding="utf-8"?>
<a:theme xmlns:a="http://schemas.openxmlformats.org/drawingml/2006/main" name="Altera_CorporateOverview_Template">
  <a:themeElements>
    <a:clrScheme name="Altera">
      <a:dk1>
        <a:srgbClr val="000000"/>
      </a:dk1>
      <a:lt1>
        <a:srgbClr val="FFFFFF"/>
      </a:lt1>
      <a:dk2>
        <a:srgbClr val="001D50"/>
      </a:dk2>
      <a:lt2>
        <a:srgbClr val="AEAEAE"/>
      </a:lt2>
      <a:accent1>
        <a:srgbClr val="0053AE"/>
      </a:accent1>
      <a:accent2>
        <a:srgbClr val="00C7FD"/>
      </a:accent2>
      <a:accent3>
        <a:srgbClr val="ECB200"/>
      </a:accent3>
      <a:accent4>
        <a:srgbClr val="FC6366"/>
      </a:accent4>
      <a:accent5>
        <a:srgbClr val="8F5DA2"/>
      </a:accent5>
      <a:accent6>
        <a:srgbClr val="8BAE46"/>
      </a:accent6>
      <a:hlink>
        <a:srgbClr val="00367B"/>
      </a:hlink>
      <a:folHlink>
        <a:srgbClr val="FF00FF"/>
      </a:folHlink>
    </a:clrScheme>
    <a:fontScheme name="Custom 9">
      <a:majorFont>
        <a:latin typeface="GT Walsheim Regular"/>
        <a:ea typeface="GT Walsheim Medium"/>
        <a:cs typeface="IntelOne Display Light"/>
      </a:majorFont>
      <a:minorFont>
        <a:latin typeface="GT Walsheim Regular"/>
        <a:ea typeface="Arial"/>
        <a:cs typeface="IntelOne Text Light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noAutofit/>
      </a:bodyPr>
      <a:lstStyle>
        <a:defPPr algn="l">
          <a:lnSpc>
            <a:spcPct val="110000"/>
          </a:lnSpc>
          <a:spcAft>
            <a:spcPts val="600"/>
          </a:spcAft>
          <a:defRPr sz="1500" dirty="0" err="1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2" id="{BB1FE953-5445-4701-AEFB-C445024BD2B3}" vid="{BF96995A-EED3-446B-9919-FD2620E1D811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8a60d5f-c1a3-4cd3-8fa6-f810632c72f4">
      <Terms xmlns="http://schemas.microsoft.com/office/infopath/2007/PartnerControls"/>
    </lcf76f155ced4ddcb4097134ff3c332f>
    <TaxCatchAll xmlns="7cb6f3b0-9a57-4a0d-945a-017d4b80cd09" xsi:nil="true"/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09E01155163214AB6AF763E71914F47" ma:contentTypeVersion="16" ma:contentTypeDescription="Create a new document." ma:contentTypeScope="" ma:versionID="51b3f3cbf1727417a4391d3f44a22591">
  <xsd:schema xmlns:xsd="http://www.w3.org/2001/XMLSchema" xmlns:xs="http://www.w3.org/2001/XMLSchema" xmlns:p="http://schemas.microsoft.com/office/2006/metadata/properties" xmlns:ns1="http://schemas.microsoft.com/sharepoint/v3" xmlns:ns2="d8a60d5f-c1a3-4cd3-8fa6-f810632c72f4" xmlns:ns3="7cb6f3b0-9a57-4a0d-945a-017d4b80cd09" targetNamespace="http://schemas.microsoft.com/office/2006/metadata/properties" ma:root="true" ma:fieldsID="c96fbd90dac84c7e9c914d8373a094c3" ns1:_="" ns2:_="" ns3:_="">
    <xsd:import namespace="http://schemas.microsoft.com/sharepoint/v3"/>
    <xsd:import namespace="d8a60d5f-c1a3-4cd3-8fa6-f810632c72f4"/>
    <xsd:import namespace="7cb6f3b0-9a57-4a0d-945a-017d4b80cd0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1:_ip_UnifiedCompliancePolicyProperties" minOccurs="0"/>
                <xsd:element ref="ns1:_ip_UnifiedCompliancePolicyUIAction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a60d5f-c1a3-4cd3-8fa6-f810632c72f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77b5da4-0c81-4951-833e-3e2e442ab8e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cb6f3b0-9a57-4a0d-945a-017d4b80cd09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b488ec7e-dfd3-41d6-8bb4-719e0052ccf0}" ma:internalName="TaxCatchAll" ma:showField="CatchAllData" ma:web="7cb6f3b0-9a57-4a0d-945a-017d4b80cd0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CF339E-68D5-403B-AFA3-4AB1623BF524}">
  <ds:schemaRefs>
    <ds:schemaRef ds:uri="7cb6f3b0-9a57-4a0d-945a-017d4b80cd09"/>
    <ds:schemaRef ds:uri="http://purl.org/dc/terms/"/>
    <ds:schemaRef ds:uri="http://schemas.microsoft.com/office/infopath/2007/PartnerControls"/>
    <ds:schemaRef ds:uri="http://purl.org/dc/dcmitype/"/>
    <ds:schemaRef ds:uri="d8a60d5f-c1a3-4cd3-8fa6-f810632c72f4"/>
    <ds:schemaRef ds:uri="http://schemas.microsoft.com/office/2006/documentManagement/types"/>
    <ds:schemaRef ds:uri="http://purl.org/dc/elements/1.1/"/>
    <ds:schemaRef ds:uri="http://www.w3.org/XML/1998/namespace"/>
    <ds:schemaRef ds:uri="http://schemas.openxmlformats.org/package/2006/metadata/core-properties"/>
    <ds:schemaRef ds:uri="http://schemas.microsoft.com/sharepoint/v3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F45321E0-B98B-4EC9-8EC0-760BBA0D1E2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9A0C372-19E4-441D-A740-B11EBD4B101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d8a60d5f-c1a3-4cd3-8fa6-f810632c72f4"/>
    <ds:schemaRef ds:uri="7cb6f3b0-9a57-4a0d-945a-017d4b80cd0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46c98d88-e344-4ed4-8496-4ed7712e255d}" enabled="0" method="" siteId="{46c98d88-e344-4ed4-8496-4ed7712e255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Altera_Blue_TemplateAug2025</Template>
  <TotalTime>12177</TotalTime>
  <Words>1500</Words>
  <Application>Microsoft Office PowerPoint</Application>
  <PresentationFormat>Widescreen</PresentationFormat>
  <Paragraphs>172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Montserrat Regular</vt:lpstr>
      <vt:lpstr>IntelOne Text Light</vt:lpstr>
      <vt:lpstr>IntelOne Display Light</vt:lpstr>
      <vt:lpstr>Arial</vt:lpstr>
      <vt:lpstr>GT Walsheim Regular</vt:lpstr>
      <vt:lpstr>Wingdings</vt:lpstr>
      <vt:lpstr>GT Walsheim Medium</vt:lpstr>
      <vt:lpstr>GT Walsheim Light</vt:lpstr>
      <vt:lpstr>Altera Light</vt:lpstr>
      <vt:lpstr>Altera_CorporateOverview_Template</vt:lpstr>
      <vt:lpstr>PowerPoint Presentation</vt:lpstr>
      <vt:lpstr>Accounts Allocated</vt:lpstr>
      <vt:lpstr>Pipeline Snapshot as of today</vt:lpstr>
      <vt:lpstr>Pipeline Snapshot as of today</vt:lpstr>
      <vt:lpstr>Customer Engagement</vt:lpstr>
      <vt:lpstr>Customer Engagement</vt:lpstr>
      <vt:lpstr>Demo Readiness</vt:lpstr>
      <vt:lpstr>FY2027 India Market Review &amp; Growth Opportunities Where to Play and How to Win</vt:lpstr>
      <vt:lpstr>FY2027 Demand Creation — Solution-Led Motions</vt:lpstr>
      <vt:lpstr>One Joint Market-Penetration Team – Call to Action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Patni, Sahil</dc:creator>
  <cp:lastModifiedBy>Patni, Sahil</cp:lastModifiedBy>
  <cp:revision>329</cp:revision>
  <dcterms:created xsi:type="dcterms:W3CDTF">2025-10-10T20:38:31Z</dcterms:created>
  <dcterms:modified xsi:type="dcterms:W3CDTF">2026-07-28T14:32:56Z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a19be41-f3f8-4bff-a5cd-09153d43afda_Enabled">
    <vt:lpwstr>true</vt:lpwstr>
  </property>
  <property fmtid="{D5CDD505-2E9C-101B-9397-08002B2CF9AE}" pid="3" name="MSIP_Label_6a19be41-f3f8-4bff-a5cd-09153d43afda_SetDate">
    <vt:lpwstr>2025-07-29T00:12:49Z</vt:lpwstr>
  </property>
  <property fmtid="{D5CDD505-2E9C-101B-9397-08002B2CF9AE}" pid="4" name="MSIP_Label_6a19be41-f3f8-4bff-a5cd-09153d43afda_Method">
    <vt:lpwstr>Standard</vt:lpwstr>
  </property>
  <property fmtid="{D5CDD505-2E9C-101B-9397-08002B2CF9AE}" pid="5" name="MSIP_Label_6a19be41-f3f8-4bff-a5cd-09153d43afda_Name">
    <vt:lpwstr>Internal</vt:lpwstr>
  </property>
  <property fmtid="{D5CDD505-2E9C-101B-9397-08002B2CF9AE}" pid="6" name="MSIP_Label_6a19be41-f3f8-4bff-a5cd-09153d43afda_SiteId">
    <vt:lpwstr>fbd72e03-d4a5-4110-adce-614d51f2077a</vt:lpwstr>
  </property>
  <property fmtid="{D5CDD505-2E9C-101B-9397-08002B2CF9AE}" pid="7" name="MSIP_Label_6a19be41-f3f8-4bff-a5cd-09153d43afda_ActionId">
    <vt:lpwstr>91ac9e7b-6a6c-4c7b-8504-ab4cb65fe883</vt:lpwstr>
  </property>
  <property fmtid="{D5CDD505-2E9C-101B-9397-08002B2CF9AE}" pid="8" name="MSIP_Label_6a19be41-f3f8-4bff-a5cd-09153d43afda_ContentBits">
    <vt:lpwstr>0</vt:lpwstr>
  </property>
  <property fmtid="{D5CDD505-2E9C-101B-9397-08002B2CF9AE}" pid="9" name="MSIP_Label_6a19be41-f3f8-4bff-a5cd-09153d43afda_Tag">
    <vt:lpwstr>10, 3, 0, 1</vt:lpwstr>
  </property>
  <property fmtid="{D5CDD505-2E9C-101B-9397-08002B2CF9AE}" pid="10" name="ComplianceAssetId">
    <vt:lpwstr/>
  </property>
  <property fmtid="{D5CDD505-2E9C-101B-9397-08002B2CF9AE}" pid="11" name="TriggerFlowInfo">
    <vt:lpwstr/>
  </property>
  <property fmtid="{D5CDD505-2E9C-101B-9397-08002B2CF9AE}" pid="12" name="TemplateUrl">
    <vt:lpwstr/>
  </property>
  <property fmtid="{D5CDD505-2E9C-101B-9397-08002B2CF9AE}" pid="13" name="_ExtendedDescription">
    <vt:lpwstr/>
  </property>
  <property fmtid="{D5CDD505-2E9C-101B-9397-08002B2CF9AE}" pid="14" name="MediaServiceImageTags">
    <vt:lpwstr/>
  </property>
  <property fmtid="{D5CDD505-2E9C-101B-9397-08002B2CF9AE}" pid="15" name="xd_Signature">
    <vt:lpwstr/>
  </property>
  <property fmtid="{D5CDD505-2E9C-101B-9397-08002B2CF9AE}" pid="16" name="xd_ProgID">
    <vt:lpwstr/>
  </property>
  <property fmtid="{D5CDD505-2E9C-101B-9397-08002B2CF9AE}" pid="17" name="ContentTypeId">
    <vt:lpwstr>0x010100509E01155163214AB6AF763E71914F47</vt:lpwstr>
  </property>
</Properties>
</file>